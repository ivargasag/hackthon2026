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autoCompressPictures="0">
  <p:sldMasterIdLst>
    <p:sldMasterId id="2147483673" r:id="rId4"/>
  </p:sldMasterIdLst>
  <p:notesMasterIdLst>
    <p:notesMasterId r:id="rId15"/>
  </p:notesMasterIdLst>
  <p:handoutMasterIdLst>
    <p:handoutMasterId r:id="rId16"/>
  </p:handoutMasterIdLst>
  <p:sldIdLst>
    <p:sldId id="259" r:id="rId5"/>
    <p:sldId id="2134806130" r:id="rId6"/>
    <p:sldId id="2134806128" r:id="rId7"/>
    <p:sldId id="2134806131" r:id="rId8"/>
    <p:sldId id="425" r:id="rId9"/>
    <p:sldId id="2134806132" r:id="rId10"/>
    <p:sldId id="2134806133" r:id="rId11"/>
    <p:sldId id="2134806134" r:id="rId12"/>
    <p:sldId id="2134806135" r:id="rId13"/>
    <p:sldId id="2134806136" r:id="rId14"/>
  </p:sldIdLst>
  <p:sldSz cx="12192000" cy="6858000"/>
  <p:notesSz cx="6858000" cy="9144000"/>
  <p:embeddedFontLst>
    <p:embeddedFont>
      <p:font typeface="IntelOne Display Light" panose="020B0403020203020204" pitchFamily="34" charset="0"/>
      <p:regular r:id="rId17"/>
    </p:embeddedFont>
    <p:embeddedFont>
      <p:font typeface="IntelOne Display Regular" panose="020B0503020203020204" pitchFamily="34" charset="0"/>
      <p:regular r:id="rId18"/>
    </p:embeddedFont>
    <p:embeddedFont>
      <p:font typeface="IntelOne Headline Bold Italic" panose="020B0604020202020204" charset="0"/>
      <p:bold r:id="rId19"/>
    </p:embeddedFont>
    <p:embeddedFont>
      <p:font typeface="IntelOne Text" panose="020B0503020203020204" pitchFamily="34" charset="0"/>
      <p:regular r:id="rId20"/>
      <p:italic r:id="rId21"/>
    </p:embeddedFont>
    <p:embeddedFont>
      <p:font typeface="IntelOne Text Medium" panose="020B0703020203020204" pitchFamily="34" charset="0"/>
      <p:regular r:id="rId22"/>
      <p:italic r:id="rId23"/>
    </p:embeddedFont>
    <p:embeddedFont>
      <p:font typeface="Nunito Sans Light" pitchFamily="2" charset="0"/>
      <p:regular r:id="rId24"/>
      <p:italic r:id="rId2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" id="{1ADD3889-660F-4E62-A389-FA0BAC365C70}">
          <p14:sldIdLst>
            <p14:sldId id="259"/>
            <p14:sldId id="2134806130"/>
            <p14:sldId id="2134806128"/>
            <p14:sldId id="2134806131"/>
          </p14:sldIdLst>
        </p14:section>
        <p14:section name="about this template" id="{883BA7FD-6A7C-4478-A3A3-75E8126EBDD6}">
          <p14:sldIdLst>
            <p14:sldId id="425"/>
            <p14:sldId id="2134806132"/>
            <p14:sldId id="2134806133"/>
            <p14:sldId id="2134806134"/>
            <p14:sldId id="2134806135"/>
            <p14:sldId id="2134806136"/>
          </p14:sldIdLst>
        </p14:section>
        <p14:section name="title and divider slides" id="{5A3484C2-B71C-4F71-A96E-872377300921}">
          <p14:sldIdLst/>
        </p14:section>
        <p14:section name="agenda and team card slides" id="{3BD5C20A-E5F9-4110-A566-7854997D728C}">
          <p14:sldIdLst/>
        </p14:section>
        <p14:section name="basic layouts" id="{F357726A-F941-40C7-9516-A3C596D612C8}">
          <p14:sldIdLst/>
        </p14:section>
        <p14:section name="end slide" id="{BAE457C2-7BE8-48CA-9685-D175E8858A70}">
          <p14:sldIdLst/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 userDrawn="1">
          <p15:clr>
            <a:srgbClr val="A4A3A4"/>
          </p15:clr>
        </p15:guide>
        <p15:guide id="2" pos="2160" userDrawn="1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loop="1"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548FAD"/>
    <a:srgbClr val="000000"/>
    <a:srgbClr val="FFFFFF"/>
    <a:srgbClr val="B9D6E5"/>
    <a:srgbClr val="86B3CA"/>
    <a:srgbClr val="41728A"/>
    <a:srgbClr val="183544"/>
    <a:srgbClr val="AEAEAE"/>
    <a:srgbClr val="808080"/>
    <a:srgbClr val="52525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3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E25E649-3F16-4E02-A733-19D2CDBF48F0}" styleName="Medium Style 3 - Accent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94660"/>
  </p:normalViewPr>
  <p:slideViewPr>
    <p:cSldViewPr snapToGrid="0">
      <p:cViewPr varScale="1">
        <p:scale>
          <a:sx n="150" d="100"/>
          <a:sy n="150" d="100"/>
        </p:scale>
        <p:origin x="630" y="13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>
        <p:guide orient="horz" pos="2880"/>
        <p:guide pos="2160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font" Target="fonts/font2.fntdata"/><Relationship Id="rId26" Type="http://schemas.openxmlformats.org/officeDocument/2006/relationships/presProps" Target="presProps.xml"/><Relationship Id="rId3" Type="http://schemas.openxmlformats.org/officeDocument/2006/relationships/customXml" Target="../customXml/item3.xml"/><Relationship Id="rId21" Type="http://schemas.openxmlformats.org/officeDocument/2006/relationships/font" Target="fonts/font5.fntdata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font" Target="fonts/font1.fntdata"/><Relationship Id="rId25" Type="http://schemas.openxmlformats.org/officeDocument/2006/relationships/font" Target="fonts/font9.fntdata"/><Relationship Id="rId2" Type="http://schemas.openxmlformats.org/officeDocument/2006/relationships/customXml" Target="../customXml/item2.xml"/><Relationship Id="rId16" Type="http://schemas.openxmlformats.org/officeDocument/2006/relationships/handoutMaster" Target="handoutMasters/handoutMaster1.xml"/><Relationship Id="rId20" Type="http://schemas.openxmlformats.org/officeDocument/2006/relationships/font" Target="fonts/font4.fntdata"/><Relationship Id="rId29" Type="http://schemas.openxmlformats.org/officeDocument/2006/relationships/tableStyles" Target="tableStyle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font" Target="fonts/font8.fntdata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23" Type="http://schemas.openxmlformats.org/officeDocument/2006/relationships/font" Target="fonts/font7.fntdata"/><Relationship Id="rId28" Type="http://schemas.openxmlformats.org/officeDocument/2006/relationships/theme" Target="theme/theme1.xml"/><Relationship Id="rId10" Type="http://schemas.openxmlformats.org/officeDocument/2006/relationships/slide" Target="slides/slide6.xml"/><Relationship Id="rId19" Type="http://schemas.openxmlformats.org/officeDocument/2006/relationships/font" Target="fonts/font3.fntdata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font" Target="fonts/font6.fntdata"/><Relationship Id="rId27" Type="http://schemas.openxmlformats.org/officeDocument/2006/relationships/viewProps" Target="view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05211007-55DD-4953-AA4C-568C7B960703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0567F65-DC68-4D72-B0D6-C6DEFAE5AD39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D64F017-A209-439E-A6E7-15E23391106E}" type="datetimeFigureOut">
              <a:rPr lang="en-US" smtClean="0"/>
              <a:t>2026-05-28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7B566DC2-A8B8-4C33-A060-005B53726CC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D8570C6-85C2-4AE0-96F9-E1FC620A5735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12D0A4D-AC6F-4705-8F3E-F6ED0C7AB3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20930902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03EC105-3E63-4709-9ECA-2EB22CB2AA34}" type="datetimeFigureOut">
              <a:rPr lang="en-US" smtClean="0"/>
              <a:t>2026-05-28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3D92567-D7D7-4223-A842-9A06E6D4E1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756609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300978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BA0DB3-DE00-E203-40DF-53718E4528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98DE17C-F547-3AAC-02F0-C329D4C2150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344262-E561-0CCD-53AE-A5333C5D108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7037569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D71524-0398-64CE-CEAC-C0D293C7C8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45CA4E9-29CE-F1A9-C28F-ACCEB8752E5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01AE93A-1B8F-FA7F-94D9-68ED0084443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48165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3574C4-543A-5360-4260-964AE0F82B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31E56A48-8AB6-C79B-34B6-8FFE935A966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D01A9B5-2E10-4D5C-BF12-A2DE79A4782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9032957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36F3F6-E135-8B06-4984-D41BD1286DE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2B11AE1-5B11-758E-5290-CCD939DCF36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63779DE-5862-A87A-D368-E3B2B5333A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862570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F83B1-F046-04BF-C586-90F4CC551B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E5A533F-A9EF-C9E1-F2A6-F6BDF8C4F8A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 bwMode="auto"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75D15FC-A124-61F8-994C-0E6B44E3088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2715815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3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4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4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59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Master" Target="../slideMasters/slideMaster1.xml"/></Relationships>
</file>

<file path=ppt/slideLayouts/_rels/slideLayout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6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6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6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Master" Target="../slideMasters/slideMaster1.xml"/></Relationships>
</file>

<file path=ppt/slideLayouts/_rels/slideLayout7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7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Master" Target="../slideMasters/slideMaster1.xml"/></Relationships>
</file>

<file path=ppt/slideLayouts/_rels/slideLayout79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Master" Target="../slideMasters/slideMaster1.xml"/></Relationships>
</file>

<file path=ppt/slideLayouts/_rels/slideLayout8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Master" Target="../slideMasters/slideMaster1.xml"/></Relationships>
</file>

<file path=ppt/slideLayouts/_rels/slideLayout8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assic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6602" y="1645920"/>
            <a:ext cx="7771341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06182" y="2289543"/>
            <a:ext cx="7772058" cy="2180857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06182" y="4562476"/>
            <a:ext cx="7772058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17BA8537-5B13-56A1-8E35-A736FB5F9595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014146" y="808673"/>
            <a:ext cx="1300784" cy="548640"/>
            <a:chOff x="1314450" y="6391094"/>
            <a:chExt cx="997266" cy="420623"/>
          </a:xfrm>
          <a:solidFill>
            <a:schemeClr val="bg1"/>
          </a:solidFill>
        </p:grpSpPr>
        <p:sp>
          <p:nvSpPr>
            <p:cNvPr id="8" name="Freeform: Shape 7">
              <a:extLst>
                <a:ext uri="{FF2B5EF4-FFF2-40B4-BE49-F238E27FC236}">
                  <a16:creationId xmlns:a16="http://schemas.microsoft.com/office/drawing/2014/main" id="{AEDEB41A-F436-0CF0-A9DA-D1E7A054E00A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B2965EEB-0F8E-E5E6-6622-3820D7F5AFF8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14992034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smos title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006602" y="1645920"/>
            <a:ext cx="7771341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006182" y="2289543"/>
            <a:ext cx="7772058" cy="2180857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06182" y="4562476"/>
            <a:ext cx="7772058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grpSp>
        <p:nvGrpSpPr>
          <p:cNvPr id="5" name="Group 4">
            <a:extLst>
              <a:ext uri="{FF2B5EF4-FFF2-40B4-BE49-F238E27FC236}">
                <a16:creationId xmlns:a16="http://schemas.microsoft.com/office/drawing/2014/main" id="{A5185783-913C-6EFB-365E-71C85CC1535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9014146" y="808673"/>
            <a:ext cx="1300784" cy="548640"/>
            <a:chOff x="1314450" y="6391094"/>
            <a:chExt cx="997266" cy="420623"/>
          </a:xfrm>
          <a:solidFill>
            <a:schemeClr val="bg1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B2FB3587-DA78-68DF-8339-C7A8DE7D1566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EE945973-4C52-B7A5-4DC4-305789F3814A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255622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itle slide +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4596" y="1544945"/>
            <a:ext cx="4816031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734175" y="2188568"/>
            <a:ext cx="4816475" cy="2839352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34175" y="5119996"/>
            <a:ext cx="4816475" cy="109728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A1BBB95-87C4-C043-F407-EABD3EB441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163DBF9E-D756-A91A-70C0-903463D24D2D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6734597" y="628483"/>
            <a:ext cx="1083987" cy="457200"/>
            <a:chOff x="1314450" y="6391094"/>
            <a:chExt cx="997266" cy="420623"/>
          </a:xfrm>
          <a:solidFill>
            <a:srgbClr val="000000"/>
          </a:solidFill>
        </p:grpSpPr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901181DB-C5B8-9538-F8B2-9D0207AE1E80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rgbClr val="00C7F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11" name="Freeform: Shape 10">
              <a:extLst>
                <a:ext uri="{FF2B5EF4-FFF2-40B4-BE49-F238E27FC236}">
                  <a16:creationId xmlns:a16="http://schemas.microsoft.com/office/drawing/2014/main" id="{F4ED906A-9291-7A55-6172-2B8FF6DB5BFE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5234733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itle slide + photo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734596" y="1544945"/>
            <a:ext cx="4816031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734175" y="2188568"/>
            <a:ext cx="4816475" cy="2839352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734175" y="5119996"/>
            <a:ext cx="4816475" cy="1097280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4A1BBB95-87C4-C043-F407-EABD3EB441AC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6096000" cy="6858000"/>
          </a:xfrm>
        </p:spPr>
        <p:txBody>
          <a:bodyPr anchor="ctr">
            <a:normAutofit/>
          </a:bodyPr>
          <a:lstStyle>
            <a:lvl1pPr marL="0" indent="0" algn="ctr">
              <a:buFontTx/>
              <a:buNone/>
              <a:defRPr sz="2400"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grpSp>
        <p:nvGrpSpPr>
          <p:cNvPr id="4" name="Group 3">
            <a:extLst>
              <a:ext uri="{FF2B5EF4-FFF2-40B4-BE49-F238E27FC236}">
                <a16:creationId xmlns:a16="http://schemas.microsoft.com/office/drawing/2014/main" id="{19E1A916-98E7-5825-685E-CF2E8AA21BA2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6734597" y="628483"/>
            <a:ext cx="1083987" cy="457200"/>
            <a:chOff x="1314450" y="6391094"/>
            <a:chExt cx="997266" cy="420623"/>
          </a:xfrm>
          <a:solidFill>
            <a:srgbClr val="000000"/>
          </a:solidFill>
        </p:grpSpPr>
        <p:sp>
          <p:nvSpPr>
            <p:cNvPr id="5" name="Freeform: Shape 4">
              <a:extLst>
                <a:ext uri="{FF2B5EF4-FFF2-40B4-BE49-F238E27FC236}">
                  <a16:creationId xmlns:a16="http://schemas.microsoft.com/office/drawing/2014/main" id="{93D77493-5918-CC97-311A-35B18B926372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rgbClr val="00C7F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89AE7B12-AF54-3306-F604-5A65D3009BB8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chemeClr val="tx1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119143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title slide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362" y="1645920"/>
            <a:ext cx="5454589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908" y="2289543"/>
            <a:ext cx="5455092" cy="2180857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908" y="4562476"/>
            <a:ext cx="5455092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D595EF-0D09-21B3-4647-7770950DCD8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638175" y="628483"/>
            <a:ext cx="1083987" cy="457200"/>
            <a:chOff x="1314450" y="6391094"/>
            <a:chExt cx="997266" cy="420623"/>
          </a:xfrm>
          <a:solidFill>
            <a:schemeClr val="bg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1F97E44-0959-59A7-8EC1-3FE033321D8B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6887E5-A389-6BD4-37DE-FCE15B243ED8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6612385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hoto title slide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22825262-3F6E-4DC6-AA53-E30B25B1583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1362" y="1645920"/>
            <a:ext cx="5454589" cy="557784"/>
          </a:xfrm>
          <a:prstGeom prst="rect">
            <a:avLst/>
          </a:prstGeom>
        </p:spPr>
        <p:txBody>
          <a:bodyPr anchor="b" anchorCtr="0">
            <a:normAutofit/>
          </a:bodyPr>
          <a:lstStyle>
            <a:lvl1pPr marL="0" indent="0">
              <a:buFontTx/>
              <a:buNone/>
              <a:defRPr sz="16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0E6BC2F-544E-4727-A6CC-2BE3B3E01B51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640908" y="2289543"/>
            <a:ext cx="5455092" cy="2180857"/>
          </a:xfrm>
        </p:spPr>
        <p:txBody>
          <a:bodyPr anchor="b"/>
          <a:lstStyle>
            <a:lvl1pPr algn="l">
              <a:defRPr sz="6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8BF0B31C-0AD0-4CC0-BF2B-DECE53E66658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640908" y="4562476"/>
            <a:ext cx="5455092" cy="1655762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grpSp>
        <p:nvGrpSpPr>
          <p:cNvPr id="6" name="Group 5">
            <a:extLst>
              <a:ext uri="{FF2B5EF4-FFF2-40B4-BE49-F238E27FC236}">
                <a16:creationId xmlns:a16="http://schemas.microsoft.com/office/drawing/2014/main" id="{4DD595EF-0D09-21B3-4647-7770950DCD89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638175" y="628483"/>
            <a:ext cx="1083987" cy="457200"/>
            <a:chOff x="1314450" y="6391094"/>
            <a:chExt cx="997266" cy="420623"/>
          </a:xfrm>
          <a:solidFill>
            <a:schemeClr val="bg1"/>
          </a:solidFill>
        </p:grpSpPr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61F97E44-0959-59A7-8EC1-3FE033321D8B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chemeClr val="accent2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9" name="Freeform: Shape 8">
              <a:extLst>
                <a:ext uri="{FF2B5EF4-FFF2-40B4-BE49-F238E27FC236}">
                  <a16:creationId xmlns:a16="http://schemas.microsoft.com/office/drawing/2014/main" id="{016887E5-A389-6BD4-37DE-FCE15B243ED8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chemeClr val="tx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en-US">
                <a:solidFill>
                  <a:schemeClr val="tx1"/>
                </a:solidFill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0638080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 userDrawn="1">
          <p15:clr>
            <a:srgbClr val="FBAE40"/>
          </p15:clr>
        </p15:guide>
        <p15:guide id="2" pos="3840" userDrawn="1">
          <p15:clr>
            <a:srgbClr val="FBAE40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350963"/>
            <a:ext cx="10915650" cy="4156074"/>
          </a:xfrm>
        </p:spPr>
        <p:txBody>
          <a:bodyPr anchor="ctr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115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Box 11" descr="page number">
            <a:extLst>
              <a:ext uri="{FF2B5EF4-FFF2-40B4-BE49-F238E27FC236}">
                <a16:creationId xmlns:a16="http://schemas.microsoft.com/office/drawing/2014/main" id="{C9A59EC6-63E2-31F0-3233-3944B6521AE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423395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 descr="page number">
            <a:extLst>
              <a:ext uri="{FF2B5EF4-FFF2-40B4-BE49-F238E27FC236}">
                <a16:creationId xmlns:a16="http://schemas.microsoft.com/office/drawing/2014/main" id="{3C6E7BB7-A4EC-302D-F9E9-97F57C106AAF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350963"/>
            <a:ext cx="10915650" cy="4156074"/>
          </a:xfrm>
        </p:spPr>
        <p:txBody>
          <a:bodyPr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6667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20546188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divider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350963"/>
            <a:ext cx="10915650" cy="4156074"/>
          </a:xfrm>
        </p:spPr>
        <p:txBody>
          <a:bodyPr anchor="ctr" anchorCtr="0">
            <a:no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B1CE7046-F203-FD3E-E55F-DEFED53A1D2F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6154375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divider 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5840" y="1536064"/>
            <a:ext cx="9649333" cy="21945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72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C07AD4D-F3EE-3504-3D1B-22AD054EA1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05839" y="4105910"/>
            <a:ext cx="9649333" cy="174539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19" name="TextBox 18" descr="page number">
            <a:extLst>
              <a:ext uri="{FF2B5EF4-FFF2-40B4-BE49-F238E27FC236}">
                <a16:creationId xmlns:a16="http://schemas.microsoft.com/office/drawing/2014/main" id="{A4AAC46C-DD08-9CA7-CD36-B8B043FF127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26900246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divider 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5840" y="1536064"/>
            <a:ext cx="9649333" cy="21945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72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C07AD4D-F3EE-3504-3D1B-22AD054EA1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05839" y="4105910"/>
            <a:ext cx="9649333" cy="174539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12" name="TextBox 11" descr="page number">
            <a:extLst>
              <a:ext uri="{FF2B5EF4-FFF2-40B4-BE49-F238E27FC236}">
                <a16:creationId xmlns:a16="http://schemas.microsoft.com/office/drawing/2014/main" id="{F6BF4685-1971-D731-1C71-1509BDAD6A5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137238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divider B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005840" y="1536064"/>
            <a:ext cx="9649333" cy="2194560"/>
          </a:xfrm>
        </p:spPr>
        <p:txBody>
          <a:bodyPr anchor="b" anchorCtr="0">
            <a:noAutofit/>
          </a:bodyPr>
          <a:lstStyle>
            <a:lvl1pPr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defRPr sz="72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C07AD4D-F3EE-3504-3D1B-22AD054EA163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005839" y="4105910"/>
            <a:ext cx="9649333" cy="1745393"/>
          </a:xfrm>
          <a:prstGeom prst="rect">
            <a:avLst/>
          </a:prstGeom>
        </p:spPr>
        <p:txBody>
          <a:bodyPr/>
          <a:lstStyle>
            <a:lvl1pPr marL="0" indent="0" algn="l">
              <a:buNone/>
              <a:defRPr sz="2400">
                <a:solidFill>
                  <a:schemeClr val="tx1"/>
                </a:solidFill>
                <a:latin typeface="+mn-lt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13" name="TextBox 12" descr="page number">
            <a:extLst>
              <a:ext uri="{FF2B5EF4-FFF2-40B4-BE49-F238E27FC236}">
                <a16:creationId xmlns:a16="http://schemas.microsoft.com/office/drawing/2014/main" id="{D40B5579-DF99-8775-3658-757528B79792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56510368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focal spark divid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1F3F0E04-886F-945D-0684-21B91B82510B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2697480"/>
            <a:ext cx="10915650" cy="14630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115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2" name="TextBox 11" descr="page number">
            <a:extLst>
              <a:ext uri="{FF2B5EF4-FFF2-40B4-BE49-F238E27FC236}">
                <a16:creationId xmlns:a16="http://schemas.microsoft.com/office/drawing/2014/main" id="{C9A59EC6-63E2-31F0-3233-3944B6521AE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6CB9EA2-F0ED-18AC-2FC0-128E37473959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65906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focal spark divi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22BD4F46-F97C-786E-65F2-3893CEC437F3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31" name="TextBox 30" descr="page number">
            <a:extLst>
              <a:ext uri="{FF2B5EF4-FFF2-40B4-BE49-F238E27FC236}">
                <a16:creationId xmlns:a16="http://schemas.microsoft.com/office/drawing/2014/main" id="{CC8D8D14-18A8-6CC4-3477-039421C6DB1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965960"/>
            <a:ext cx="9725246" cy="1463040"/>
          </a:xfrm>
        </p:spPr>
        <p:txBody>
          <a:bodyPr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A8B5C-DC90-4F60-9A7A-08826CF808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3429000"/>
            <a:ext cx="9725246" cy="14630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7FAA074-6278-9939-2E18-AA9931AF3B62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744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focal spark divid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73BF6D5B-D524-4104-BD51-33EBFC685B85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3" name="TextBox 22" descr="page number">
            <a:extLst>
              <a:ext uri="{FF2B5EF4-FFF2-40B4-BE49-F238E27FC236}">
                <a16:creationId xmlns:a16="http://schemas.microsoft.com/office/drawing/2014/main" id="{5EF8DDBE-D32F-6C72-4BC2-81C693E88BB0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F6D8C02C-EE04-4B74-0BCE-638A1FECF2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775197"/>
            <a:ext cx="9725246" cy="10058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72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title style</a:t>
            </a:r>
          </a:p>
        </p:txBody>
      </p:sp>
      <p:sp>
        <p:nvSpPr>
          <p:cNvPr id="6" name="Text Placeholder 3">
            <a:extLst>
              <a:ext uri="{FF2B5EF4-FFF2-40B4-BE49-F238E27FC236}">
                <a16:creationId xmlns:a16="http://schemas.microsoft.com/office/drawing/2014/main" id="{DC2966BA-5314-4E1C-880B-D9CE13E6832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2907080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7" name="Text Placeholder 3">
            <a:extLst>
              <a:ext uri="{FF2B5EF4-FFF2-40B4-BE49-F238E27FC236}">
                <a16:creationId xmlns:a16="http://schemas.microsoft.com/office/drawing/2014/main" id="{B1EEE740-87FB-D8E4-1C82-1181548A0A1B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3377" y="4038963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30D3F7E-6EB7-6C4F-247A-BCB7F8D236B4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42660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focal spark divid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75B8899B-0F2A-8B3A-A9D7-8C48061B1470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8" name="TextBox 7" descr="page number">
            <a:extLst>
              <a:ext uri="{FF2B5EF4-FFF2-40B4-BE49-F238E27FC236}">
                <a16:creationId xmlns:a16="http://schemas.microsoft.com/office/drawing/2014/main" id="{3C6E7BB7-A4EC-302D-F9E9-97F57C106AAF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2697480"/>
            <a:ext cx="10915650" cy="1463040"/>
          </a:xfrm>
        </p:spPr>
        <p:txBody>
          <a:bodyPr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6667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05EB29C-66A3-9A54-993D-56FAF326FB64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323550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focal spark divi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4D99C21C-A73B-2ADE-7988-6E90525C9909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6" name="TextBox 15" descr="page number">
            <a:extLst>
              <a:ext uri="{FF2B5EF4-FFF2-40B4-BE49-F238E27FC236}">
                <a16:creationId xmlns:a16="http://schemas.microsoft.com/office/drawing/2014/main" id="{D20B90DB-E7E7-10B7-780D-CBE99DDF8427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965960"/>
            <a:ext cx="9725246" cy="1463040"/>
          </a:xfrm>
        </p:spPr>
        <p:txBody>
          <a:bodyPr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A8B5C-DC90-4F60-9A7A-08826CF808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3429000"/>
            <a:ext cx="9725246" cy="14630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1372B165-CF41-DF64-DAAC-4C82189A8E81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8500729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focal spark divid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0D3BDF6C-94D6-E441-192D-2E83F75773BB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9" name="TextBox 8" descr="page number">
            <a:extLst>
              <a:ext uri="{FF2B5EF4-FFF2-40B4-BE49-F238E27FC236}">
                <a16:creationId xmlns:a16="http://schemas.microsoft.com/office/drawing/2014/main" id="{7F41F788-2185-289E-0AB0-7D79295F4440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781390"/>
            <a:ext cx="9725246" cy="10058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72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A8B5C-DC90-4F60-9A7A-08826CF808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2913273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DB0A12F-3947-3E2C-B803-18473A3923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3377" y="4045156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99EF5AEF-D996-4E1D-51D6-9D9877D8F0BC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95808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focal spark divider 1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F23530C-BA85-15D9-B5DB-65BF8358AE2C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2697480"/>
            <a:ext cx="10915650" cy="14630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15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title style</a:t>
            </a:r>
          </a:p>
        </p:txBody>
      </p:sp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B1CE7046-F203-FD3E-E55F-DEFED53A1D2F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18B4780-A15B-4B16-EE27-2792D880223E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7805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focal spark divider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1752BBED-C098-1602-75CD-A2E534B7AC0D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7" name="TextBox 16" descr="page number">
            <a:extLst>
              <a:ext uri="{FF2B5EF4-FFF2-40B4-BE49-F238E27FC236}">
                <a16:creationId xmlns:a16="http://schemas.microsoft.com/office/drawing/2014/main" id="{CF11DE16-B633-69D6-9AEC-810ADF55281C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965960"/>
            <a:ext cx="9725246" cy="14630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lang="en-US" sz="115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F8A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A8B5C-DC90-4F60-9A7A-08826CF808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3429000"/>
            <a:ext cx="9725246" cy="14630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115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F8A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F7295562-B6E2-AD59-B2B7-D299B74A8C16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3238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focal spark divider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5" name="Rectangle 4">
            <a:extLst>
              <a:ext uri="{FF2B5EF4-FFF2-40B4-BE49-F238E27FC236}">
                <a16:creationId xmlns:a16="http://schemas.microsoft.com/office/drawing/2014/main" id="{C9FAB51C-A32E-82E0-6267-5AF04C88C3E4}"/>
              </a:ext>
            </a:extLst>
          </p:cNvPr>
          <p:cNvSpPr/>
          <p:nvPr userDrawn="1"/>
        </p:nvSpPr>
        <p:spPr>
          <a:xfrm>
            <a:off x="3915834" y="1244600"/>
            <a:ext cx="4360333" cy="436880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8" name="TextBox 17" descr="page number">
            <a:extLst>
              <a:ext uri="{FF2B5EF4-FFF2-40B4-BE49-F238E27FC236}">
                <a16:creationId xmlns:a16="http://schemas.microsoft.com/office/drawing/2014/main" id="{AC050DF3-5415-F981-9590-DE1D359AAAEC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1EA8C51-69D0-4653-9DD4-C9657C8565B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233377" y="1794197"/>
            <a:ext cx="9725246" cy="1005840"/>
          </a:xfrm>
        </p:spPr>
        <p:txBody>
          <a:bodyPr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0A8B5C-DC90-4F60-9A7A-08826CF8083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233377" y="2926080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Text Placeholder 3">
            <a:extLst>
              <a:ext uri="{FF2B5EF4-FFF2-40B4-BE49-F238E27FC236}">
                <a16:creationId xmlns:a16="http://schemas.microsoft.com/office/drawing/2014/main" id="{4DB0A12F-3947-3E2C-B803-18473A3923E2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233377" y="4057963"/>
            <a:ext cx="9725246" cy="1005840"/>
          </a:xfrm>
          <a:prstGeom prst="rect">
            <a:avLst/>
          </a:prstGeom>
        </p:spPr>
        <p:txBody>
          <a:bodyPr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b="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pPr marL="0" lvl="0" indent="0"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Font typeface="IntelOne Display Regular" panose="020B0503020203020204" pitchFamily="34" charset="0"/>
              <a:buNone/>
            </a:pPr>
            <a:r>
              <a:rPr lang="en-US"/>
              <a:t>Click to edit text styles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EEB6255D-1C9C-5380-0850-F91F33088F22}"/>
              </a:ext>
            </a:extLst>
          </p:cNvPr>
          <p:cNvSpPr/>
          <p:nvPr userDrawn="1"/>
        </p:nvSpPr>
        <p:spPr>
          <a:xfrm>
            <a:off x="8276167" y="106045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7964924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eam x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87B5E12E-F349-35A5-FC2D-C6C282260DBB}"/>
              </a:ext>
            </a:extLst>
          </p:cNvPr>
          <p:cNvSpPr/>
          <p:nvPr userDrawn="1"/>
        </p:nvSpPr>
        <p:spPr>
          <a:xfrm>
            <a:off x="2768601" y="1771650"/>
            <a:ext cx="6654798" cy="3325283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44368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/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44368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7867F8F0-3FE9-50F4-0741-D28BA02978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0404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/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A05C3527-18B9-A2C7-67A0-021F16B3E50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80404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6" name="TextBox 5" descr="page number">
            <a:extLst>
              <a:ext uri="{FF2B5EF4-FFF2-40B4-BE49-F238E27FC236}">
                <a16:creationId xmlns:a16="http://schemas.microsoft.com/office/drawing/2014/main" id="{706770EF-47F4-5D54-D35D-68F717D9AA6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AED2F37-2A17-61AD-076A-9A0FA5C9B06D}"/>
              </a:ext>
            </a:extLst>
          </p:cNvPr>
          <p:cNvSpPr/>
          <p:nvPr userDrawn="1"/>
        </p:nvSpPr>
        <p:spPr>
          <a:xfrm>
            <a:off x="2584451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0798184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eam x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6605B5E2-2B1D-E1B6-B5F4-DF45CDA6843F}"/>
              </a:ext>
            </a:extLst>
          </p:cNvPr>
          <p:cNvSpPr/>
          <p:nvPr userDrawn="1"/>
        </p:nvSpPr>
        <p:spPr>
          <a:xfrm>
            <a:off x="1100668" y="1771650"/>
            <a:ext cx="9990664" cy="3325283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3" name="TextBox 12" descr="page number">
            <a:extLst>
              <a:ext uri="{FF2B5EF4-FFF2-40B4-BE49-F238E27FC236}">
                <a16:creationId xmlns:a16="http://schemas.microsoft.com/office/drawing/2014/main" id="{1DE0E6A5-C255-CB6E-91EB-27BCA82BCF94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7112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7112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7867F8F0-3FE9-50F4-0741-D28BA02978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11624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A05C3527-18B9-A2C7-67A0-021F16B3E50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1624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780E568E-0908-ABC5-1590-A6C6EFE2B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50599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0" name="Picture Placeholder 14">
            <a:extLst>
              <a:ext uri="{FF2B5EF4-FFF2-40B4-BE49-F238E27FC236}">
                <a16:creationId xmlns:a16="http://schemas.microsoft.com/office/drawing/2014/main" id="{AD2146B6-9F11-D90D-C89F-216F54D89DC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950599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C60F438-701B-E05B-8BB2-A3B5639DF169}"/>
              </a:ext>
            </a:extLst>
          </p:cNvPr>
          <p:cNvSpPr/>
          <p:nvPr userDrawn="1"/>
        </p:nvSpPr>
        <p:spPr>
          <a:xfrm>
            <a:off x="916518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42057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eam x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A4DC1692-413E-292E-B25E-393324BB07BB}"/>
              </a:ext>
            </a:extLst>
          </p:cNvPr>
          <p:cNvSpPr/>
          <p:nvPr userDrawn="1"/>
        </p:nvSpPr>
        <p:spPr>
          <a:xfrm>
            <a:off x="733679" y="1771651"/>
            <a:ext cx="10724642" cy="2764790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8" name="TextBox 17" descr="page number">
            <a:extLst>
              <a:ext uri="{FF2B5EF4-FFF2-40B4-BE49-F238E27FC236}">
                <a16:creationId xmlns:a16="http://schemas.microsoft.com/office/drawing/2014/main" id="{C87EDDFD-8BEA-0F05-C894-40A52D75E4F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604" y="347472"/>
            <a:ext cx="10908792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6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9465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2D2EE368-BD70-1105-A57D-1CCFAFD8C4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24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9FF3E981-8086-33F5-9654-8055EEAD18B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562197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AAB30964-25CC-210D-DADC-F5AEB17B6F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1088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0311BB6D-1384-820A-268A-50A3F81BA59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24929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4E9C5A62-1753-80B3-6117-AFA14EA820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87661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Picture Placeholder 14">
            <a:extLst>
              <a:ext uri="{FF2B5EF4-FFF2-40B4-BE49-F238E27FC236}">
                <a16:creationId xmlns:a16="http://schemas.microsoft.com/office/drawing/2014/main" id="{B7AC4BC7-6BDC-600E-475C-0638C8F1759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887661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B4746F1A-E198-116B-FFE8-4378F5FE9E71}"/>
              </a:ext>
            </a:extLst>
          </p:cNvPr>
          <p:cNvSpPr/>
          <p:nvPr userDrawn="1"/>
        </p:nvSpPr>
        <p:spPr>
          <a:xfrm>
            <a:off x="549529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04213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eam x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8D5D0737-0488-2FFF-C230-C18FE62637EF}"/>
              </a:ext>
            </a:extLst>
          </p:cNvPr>
          <p:cNvSpPr/>
          <p:nvPr userDrawn="1"/>
        </p:nvSpPr>
        <p:spPr>
          <a:xfrm>
            <a:off x="641604" y="1771651"/>
            <a:ext cx="10908792" cy="2200842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1" name="TextBox 20" descr="page number">
            <a:extLst>
              <a:ext uri="{FF2B5EF4-FFF2-40B4-BE49-F238E27FC236}">
                <a16:creationId xmlns:a16="http://schemas.microsoft.com/office/drawing/2014/main" id="{11B1EDE9-10AE-7420-E191-B401A90A6D8C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604" y="347472"/>
            <a:ext cx="10908792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2770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21055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AF23D83D-3F3A-2AA7-D6D2-C8891D4655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97677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A2BD4347-C336-A7A9-71EB-087C97FFA4B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995962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7140AC71-FC5E-75F7-3AA4-00CCBE0EEF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72584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BAC496A2-2EB1-7D10-AFBC-56F6C83D46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70869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331011FD-80AF-1940-B2C8-D262D03D50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47491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96AE4040-FD4E-5C8E-FB80-A2E1AE4086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345776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2F0D1663-3FC3-9A84-6D69-2F037951376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522397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3ED1E8B-FEB7-14C8-F84B-B534B60C3CE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20682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58934C2-BD80-B517-35B9-FE09FDBE16B4}"/>
              </a:ext>
            </a:extLst>
          </p:cNvPr>
          <p:cNvSpPr/>
          <p:nvPr userDrawn="1"/>
        </p:nvSpPr>
        <p:spPr>
          <a:xfrm>
            <a:off x="457454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47424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agenda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23E5-8B42-FBB3-8E22-4702FB672B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2286001"/>
            <a:ext cx="2742532" cy="2285999"/>
          </a:xfrm>
          <a:noFill/>
        </p:spPr>
        <p:txBody>
          <a:bodyPr lIns="0" tIns="0" rIns="0" bIns="0" anchor="ctr"/>
          <a:lstStyle>
            <a:lvl1pPr algn="ctr">
              <a:lnSpc>
                <a:spcPct val="100000"/>
              </a:lnSpc>
              <a:defRPr lang="en-US" sz="54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68FF6-8FD0-4E13-A01B-AB7AF941CB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4199857" y="638174"/>
            <a:ext cx="7350792" cy="5580063"/>
          </a:xfrm>
        </p:spPr>
        <p:txBody>
          <a:bodyPr lIns="182880" tIns="182880" rIns="182880" bIns="182880" anchor="ctr">
            <a:normAutofit/>
          </a:bodyPr>
          <a:lstStyle>
            <a:lvl1pPr marL="282575" indent="-282575">
              <a:buClr>
                <a:schemeClr val="accent2"/>
              </a:buClr>
              <a:defRPr sz="2800">
                <a:solidFill>
                  <a:schemeClr val="tx1"/>
                </a:solidFill>
              </a:defRPr>
            </a:lvl1pPr>
            <a:lvl2pPr marL="576263" indent="-283464">
              <a:buClr>
                <a:schemeClr val="accent2"/>
              </a:buClr>
              <a:defRPr sz="2800">
                <a:solidFill>
                  <a:schemeClr val="tx1"/>
                </a:solidFill>
              </a:defRPr>
            </a:lvl2pPr>
            <a:lvl3pPr marL="860425" indent="-284163">
              <a:buClr>
                <a:schemeClr val="accent2"/>
              </a:buClr>
              <a:defRPr sz="2800">
                <a:solidFill>
                  <a:schemeClr val="tx1"/>
                </a:solidFill>
              </a:defRPr>
            </a:lvl3pPr>
            <a:lvl4pPr marL="1143000" indent="-282575">
              <a:buClr>
                <a:schemeClr val="accent2"/>
              </a:buClr>
              <a:defRPr sz="2800">
                <a:solidFill>
                  <a:schemeClr val="tx1"/>
                </a:solidFill>
              </a:defRPr>
            </a:lvl4pPr>
            <a:lvl5pPr marL="1425575" indent="-282575">
              <a:buClr>
                <a:schemeClr val="accent2"/>
              </a:buClr>
              <a:defRPr sz="28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Box 11" descr="page number">
            <a:extLst>
              <a:ext uri="{FF2B5EF4-FFF2-40B4-BE49-F238E27FC236}">
                <a16:creationId xmlns:a16="http://schemas.microsoft.com/office/drawing/2014/main" id="{2777FFEC-CA94-6033-0F99-A7C24C8D657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03729486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4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eam x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144964A5-E7FF-A6C2-15BD-6F52382F4E5D}"/>
              </a:ext>
            </a:extLst>
          </p:cNvPr>
          <p:cNvSpPr/>
          <p:nvPr userDrawn="1"/>
        </p:nvSpPr>
        <p:spPr>
          <a:xfrm>
            <a:off x="2768601" y="1771650"/>
            <a:ext cx="6654798" cy="3325283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5" name="TextBox 4" descr="page number">
            <a:extLst>
              <a:ext uri="{FF2B5EF4-FFF2-40B4-BE49-F238E27FC236}">
                <a16:creationId xmlns:a16="http://schemas.microsoft.com/office/drawing/2014/main" id="{863B7911-C533-F502-25B4-3D97B399062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44368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944368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7867F8F0-3FE9-50F4-0741-D28BA02978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280404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A05C3527-18B9-A2C7-67A0-021F16B3E50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6280404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9692C59-1B99-6DF0-FB7E-68BA350E6017}"/>
              </a:ext>
            </a:extLst>
          </p:cNvPr>
          <p:cNvSpPr/>
          <p:nvPr userDrawn="1"/>
        </p:nvSpPr>
        <p:spPr>
          <a:xfrm>
            <a:off x="2584451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891510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eam x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A18E9978-7E7D-2D18-C773-48D769CAFEB6}"/>
              </a:ext>
            </a:extLst>
          </p:cNvPr>
          <p:cNvSpPr/>
          <p:nvPr userDrawn="1"/>
        </p:nvSpPr>
        <p:spPr>
          <a:xfrm>
            <a:off x="1100668" y="1771650"/>
            <a:ext cx="9990664" cy="3325283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6" name="TextBox 15" descr="page number">
            <a:extLst>
              <a:ext uri="{FF2B5EF4-FFF2-40B4-BE49-F238E27FC236}">
                <a16:creationId xmlns:a16="http://schemas.microsoft.com/office/drawing/2014/main" id="{3388BE6E-5BA2-A45C-CD3E-22A2E67ED2C4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277112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7112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7867F8F0-3FE9-50F4-0741-D28BA029788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611624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A05C3527-18B9-A2C7-67A0-021F16B3E501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4611624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8" name="Text Placeholder 19">
            <a:extLst>
              <a:ext uri="{FF2B5EF4-FFF2-40B4-BE49-F238E27FC236}">
                <a16:creationId xmlns:a16="http://schemas.microsoft.com/office/drawing/2014/main" id="{780E568E-0908-ABC5-1590-A6C6EFE2BF9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7950599" y="5280221"/>
            <a:ext cx="2968752" cy="117043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30" name="Picture Placeholder 14">
            <a:extLst>
              <a:ext uri="{FF2B5EF4-FFF2-40B4-BE49-F238E27FC236}">
                <a16:creationId xmlns:a16="http://schemas.microsoft.com/office/drawing/2014/main" id="{AD2146B6-9F11-D90D-C89F-216F54D89DCF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7950599" y="1946092"/>
            <a:ext cx="2968752" cy="296875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2C1974DB-9E66-0692-6A69-8AA688241BF1}"/>
              </a:ext>
            </a:extLst>
          </p:cNvPr>
          <p:cNvSpPr/>
          <p:nvPr userDrawn="1"/>
        </p:nvSpPr>
        <p:spPr>
          <a:xfrm>
            <a:off x="916518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64583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eam x4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0DC598FD-CAFF-BC45-0099-8B9639EB0A56}"/>
              </a:ext>
            </a:extLst>
          </p:cNvPr>
          <p:cNvSpPr/>
          <p:nvPr userDrawn="1"/>
        </p:nvSpPr>
        <p:spPr>
          <a:xfrm>
            <a:off x="733679" y="1771651"/>
            <a:ext cx="10724642" cy="2764790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30" name="TextBox 29" descr="page number">
            <a:extLst>
              <a:ext uri="{FF2B5EF4-FFF2-40B4-BE49-F238E27FC236}">
                <a16:creationId xmlns:a16="http://schemas.microsoft.com/office/drawing/2014/main" id="{25AD00F3-54B7-9C41-6007-9F75BC292A3A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604" y="347472"/>
            <a:ext cx="10908792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9946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99465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 Placeholder 19">
            <a:extLst>
              <a:ext uri="{FF2B5EF4-FFF2-40B4-BE49-F238E27FC236}">
                <a16:creationId xmlns:a16="http://schemas.microsoft.com/office/drawing/2014/main" id="{2D2EE368-BD70-1105-A57D-1CCFAFD8C46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347624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9FF3E981-8086-33F5-9654-8055EEAD18B6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3562197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0" name="Text Placeholder 19">
            <a:extLst>
              <a:ext uri="{FF2B5EF4-FFF2-40B4-BE49-F238E27FC236}">
                <a16:creationId xmlns:a16="http://schemas.microsoft.com/office/drawing/2014/main" id="{AAB30964-25CC-210D-DADC-F5AEB17B6FB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6310885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Picture Placeholder 14">
            <a:extLst>
              <a:ext uri="{FF2B5EF4-FFF2-40B4-BE49-F238E27FC236}">
                <a16:creationId xmlns:a16="http://schemas.microsoft.com/office/drawing/2014/main" id="{0311BB6D-1384-820A-268A-50A3F81BA59B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6224929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2" name="Text Placeholder 19">
            <a:extLst>
              <a:ext uri="{FF2B5EF4-FFF2-40B4-BE49-F238E27FC236}">
                <a16:creationId xmlns:a16="http://schemas.microsoft.com/office/drawing/2014/main" id="{4E9C5A62-1753-80B3-6117-AFA14EA82072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8887661" y="4714586"/>
            <a:ext cx="2404872" cy="1316736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3" name="Picture Placeholder 14">
            <a:extLst>
              <a:ext uri="{FF2B5EF4-FFF2-40B4-BE49-F238E27FC236}">
                <a16:creationId xmlns:a16="http://schemas.microsoft.com/office/drawing/2014/main" id="{B7AC4BC7-6BDC-600E-475C-0638C8F17595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8887661" y="1946092"/>
            <a:ext cx="2404872" cy="2404872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5" name="Rectangle 4">
            <a:extLst>
              <a:ext uri="{FF2B5EF4-FFF2-40B4-BE49-F238E27FC236}">
                <a16:creationId xmlns:a16="http://schemas.microsoft.com/office/drawing/2014/main" id="{557D2E6A-EAC3-E184-ED90-FC312F740F35}"/>
              </a:ext>
            </a:extLst>
          </p:cNvPr>
          <p:cNvSpPr/>
          <p:nvPr userDrawn="1"/>
        </p:nvSpPr>
        <p:spPr>
          <a:xfrm>
            <a:off x="549529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719243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eam x5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E142DF06-C6FE-D977-E638-2EA35076D6F1}"/>
              </a:ext>
            </a:extLst>
          </p:cNvPr>
          <p:cNvSpPr/>
          <p:nvPr userDrawn="1"/>
        </p:nvSpPr>
        <p:spPr>
          <a:xfrm>
            <a:off x="641604" y="1771651"/>
            <a:ext cx="10908792" cy="2200842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3" name="TextBox 22" descr="page number">
            <a:extLst>
              <a:ext uri="{FF2B5EF4-FFF2-40B4-BE49-F238E27FC236}">
                <a16:creationId xmlns:a16="http://schemas.microsoft.com/office/drawing/2014/main" id="{09E2F7EF-2463-D9E5-C74F-50794FCEB3D2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1604" y="347472"/>
            <a:ext cx="10908792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20" name="Text Placeholder 19">
            <a:extLst>
              <a:ext uri="{FF2B5EF4-FFF2-40B4-BE49-F238E27FC236}">
                <a16:creationId xmlns:a16="http://schemas.microsoft.com/office/drawing/2014/main" id="{9277DC75-5157-C2CA-7B3F-61A1DAA7F09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22770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D1A772E1-CB6B-0FCE-F271-32750E54B461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821055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7" name="Text Placeholder 19">
            <a:extLst>
              <a:ext uri="{FF2B5EF4-FFF2-40B4-BE49-F238E27FC236}">
                <a16:creationId xmlns:a16="http://schemas.microsoft.com/office/drawing/2014/main" id="{AF23D83D-3F3A-2AA7-D6D2-C8891D4655FF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997677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A2BD4347-C336-A7A9-71EB-087C97FFA4B8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2995962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19">
            <a:extLst>
              <a:ext uri="{FF2B5EF4-FFF2-40B4-BE49-F238E27FC236}">
                <a16:creationId xmlns:a16="http://schemas.microsoft.com/office/drawing/2014/main" id="{7140AC71-FC5E-75F7-3AA4-00CCBE0EEFF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172584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0" name="Picture Placeholder 14">
            <a:extLst>
              <a:ext uri="{FF2B5EF4-FFF2-40B4-BE49-F238E27FC236}">
                <a16:creationId xmlns:a16="http://schemas.microsoft.com/office/drawing/2014/main" id="{BAC496A2-2EB1-7D10-AFBC-56F6C83D465D}"/>
              </a:ext>
            </a:extLst>
          </p:cNvPr>
          <p:cNvSpPr>
            <a:spLocks noGrp="1"/>
          </p:cNvSpPr>
          <p:nvPr>
            <p:ph type="pic" sz="quarter" idx="18"/>
          </p:nvPr>
        </p:nvSpPr>
        <p:spPr>
          <a:xfrm>
            <a:off x="5170869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19">
            <a:extLst>
              <a:ext uri="{FF2B5EF4-FFF2-40B4-BE49-F238E27FC236}">
                <a16:creationId xmlns:a16="http://schemas.microsoft.com/office/drawing/2014/main" id="{331011FD-80AF-1940-B2C8-D262D03D5096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7347491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2" name="Picture Placeholder 14">
            <a:extLst>
              <a:ext uri="{FF2B5EF4-FFF2-40B4-BE49-F238E27FC236}">
                <a16:creationId xmlns:a16="http://schemas.microsoft.com/office/drawing/2014/main" id="{96AE4040-FD4E-5C8E-FB80-A2E1AE408614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7345776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3" name="Text Placeholder 19">
            <a:extLst>
              <a:ext uri="{FF2B5EF4-FFF2-40B4-BE49-F238E27FC236}">
                <a16:creationId xmlns:a16="http://schemas.microsoft.com/office/drawing/2014/main" id="{2F0D1663-3FC3-9A84-6D69-2F037951376B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9522397" y="4138136"/>
            <a:ext cx="1845374" cy="1901952"/>
          </a:xfrm>
          <a:noFill/>
        </p:spPr>
        <p:txBody>
          <a:bodyPr/>
          <a:lstStyle>
            <a:lvl1pPr marL="0" indent="0" algn="ctr">
              <a:spcAft>
                <a:spcPts val="300"/>
              </a:spcAft>
              <a:buFontTx/>
              <a:buNone/>
              <a:defRPr sz="1800">
                <a:solidFill>
                  <a:schemeClr val="tx1"/>
                </a:solidFill>
                <a:latin typeface="IntelOne Text Medium" panose="020B0703020203020204" pitchFamily="34" charset="0"/>
              </a:defRPr>
            </a:lvl1pPr>
            <a:lvl2pPr marL="0" indent="0" algn="ctr">
              <a:spcAft>
                <a:spcPts val="300"/>
              </a:spcAft>
              <a:buFontTx/>
              <a:buNone/>
              <a:defRPr sz="1600">
                <a:solidFill>
                  <a:schemeClr val="tx1"/>
                </a:solidFill>
              </a:defRPr>
            </a:lvl2pPr>
            <a:lvl3pPr marL="457200" indent="0" algn="ctr">
              <a:buFontTx/>
              <a:buNone/>
              <a:defRPr/>
            </a:lvl3pPr>
            <a:lvl4pPr marL="690562" indent="0" algn="ctr">
              <a:buFontTx/>
              <a:buNone/>
              <a:defRPr/>
            </a:lvl4pPr>
            <a:lvl5pPr marL="914400" indent="0" algn="ctr">
              <a:buFontTx/>
              <a:buNone/>
              <a:defRPr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4" name="Picture Placeholder 14">
            <a:extLst>
              <a:ext uri="{FF2B5EF4-FFF2-40B4-BE49-F238E27FC236}">
                <a16:creationId xmlns:a16="http://schemas.microsoft.com/office/drawing/2014/main" id="{23ED1E8B-FEB7-14C8-F84B-B534B60C3CE3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9520682" y="1927414"/>
            <a:ext cx="1847088" cy="1847088"/>
          </a:xfrm>
          <a:noFill/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2280A32-FE43-6054-7B38-B9DD7ACB65DA}"/>
              </a:ext>
            </a:extLst>
          </p:cNvPr>
          <p:cNvSpPr/>
          <p:nvPr userDrawn="1"/>
        </p:nvSpPr>
        <p:spPr>
          <a:xfrm>
            <a:off x="457454" y="1587500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6991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FD23E5-8B42-FBB3-8E22-4702FB672B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68FF6-8FD0-4E13-A01B-AB7AF941CB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0080" y="1350962"/>
            <a:ext cx="1091184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 descr="page number">
            <a:extLst>
              <a:ext uri="{FF2B5EF4-FFF2-40B4-BE49-F238E27FC236}">
                <a16:creationId xmlns:a16="http://schemas.microsoft.com/office/drawing/2014/main" id="{67821D24-25EB-3229-7A0F-6A8B73EB84D0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6911029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4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 descr="page number">
            <a:extLst>
              <a:ext uri="{FF2B5EF4-FFF2-40B4-BE49-F238E27FC236}">
                <a16:creationId xmlns:a16="http://schemas.microsoft.com/office/drawing/2014/main" id="{4E10F2A1-852B-0DD3-B39A-C852C83C0C39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FD23E5-8B42-FBB3-8E22-4702FB672B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68FF6-8FD0-4E13-A01B-AB7AF941CB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0080" y="1350962"/>
            <a:ext cx="1091184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3924418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4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itle and conten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 descr="page number">
            <a:extLst>
              <a:ext uri="{FF2B5EF4-FFF2-40B4-BE49-F238E27FC236}">
                <a16:creationId xmlns:a16="http://schemas.microsoft.com/office/drawing/2014/main" id="{ADC96CC9-3339-E6B9-F710-9B71627B2F90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06FD23E5-8B42-FBB3-8E22-4702FB672B00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68FF6-8FD0-4E13-A01B-AB7AF941CB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0080" y="1350962"/>
            <a:ext cx="10911840" cy="4867275"/>
          </a:xfrm>
        </p:spPr>
        <p:txBody>
          <a:bodyPr/>
          <a:lstStyle>
            <a:lvl1pPr marL="2286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 marL="6858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 marL="11430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8076385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4" orient="horz" pos="2160">
          <p15:clr>
            <a:srgbClr val="FBAE40"/>
          </p15:clr>
        </p15:guide>
        <p15:guide id="6" pos="3840">
          <p15:clr>
            <a:srgbClr val="FBAE40"/>
          </p15:clr>
        </p15:guide>
      </p15:sldGuideLst>
    </p:ext>
  </p:extLst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1350962"/>
            <a:ext cx="513588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16040" y="1350962"/>
            <a:ext cx="513461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BD1571BA-C5A4-6451-3773-B4B2153C8C1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5211352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itle and 2 column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TextBox 21" descr="page number">
            <a:extLst>
              <a:ext uri="{FF2B5EF4-FFF2-40B4-BE49-F238E27FC236}">
                <a16:creationId xmlns:a16="http://schemas.microsoft.com/office/drawing/2014/main" id="{D6700321-D9AE-9177-B151-B9CAFE415A8D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1350962"/>
            <a:ext cx="513588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16040" y="1350962"/>
            <a:ext cx="5134610" cy="4867275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25878538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itle and 2 column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 descr="page number">
            <a:extLst>
              <a:ext uri="{FF2B5EF4-FFF2-40B4-BE49-F238E27FC236}">
                <a16:creationId xmlns:a16="http://schemas.microsoft.com/office/drawing/2014/main" id="{4E6E0EDC-2CC3-ED0E-C967-8E0A095CD0F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1350962"/>
            <a:ext cx="5135880" cy="4867275"/>
          </a:xfrm>
        </p:spPr>
        <p:txBody>
          <a:bodyPr/>
          <a:lstStyle>
            <a:lvl1pPr marL="2286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 marL="6858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 marL="11430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16040" y="1350962"/>
            <a:ext cx="5134610" cy="4867275"/>
          </a:xfrm>
        </p:spPr>
        <p:txBody>
          <a:bodyPr/>
          <a:lstStyle>
            <a:lvl1pPr marL="2286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1pPr>
            <a:lvl2pPr>
              <a:buClr>
                <a:schemeClr val="accent2"/>
              </a:buClr>
              <a:defRPr>
                <a:solidFill>
                  <a:schemeClr val="tx1"/>
                </a:solidFill>
              </a:defRPr>
            </a:lvl2pPr>
            <a:lvl3pPr marL="6858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3pPr>
            <a:lvl4pPr>
              <a:buClr>
                <a:schemeClr val="accent2"/>
              </a:buClr>
              <a:defRPr>
                <a:solidFill>
                  <a:schemeClr val="tx1"/>
                </a:solidFill>
              </a:defRPr>
            </a:lvl4pPr>
            <a:lvl5pPr marL="1143000" indent="-228600">
              <a:buClr>
                <a:schemeClr val="accent2"/>
              </a:buClr>
              <a:buFont typeface="Wingdings" panose="05000000000000000000" pitchFamily="2" charset="2"/>
              <a:buChar char="§"/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93233026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4x4 gr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6C1875E-7D7F-8CFE-CD09-114BA91DB1A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A12D478-566E-EB09-8C49-F20C246E1E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279197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27572F18-13D8-4A44-0BC9-1028CB8FE261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40080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BD29EC2-03C2-0BAC-29DB-E66CBA58BAD2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6277609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6D7762-3D47-1050-E6A2-45642630252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350963"/>
            <a:ext cx="0" cy="48656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D344C18-FD99-2627-B3E3-5A9FF5C82019}"/>
              </a:ext>
            </a:extLst>
          </p:cNvPr>
          <p:cNvCxnSpPr>
            <a:cxnSpLocks/>
          </p:cNvCxnSpPr>
          <p:nvPr userDrawn="1"/>
        </p:nvCxnSpPr>
        <p:spPr>
          <a:xfrm>
            <a:off x="640080" y="3783806"/>
            <a:ext cx="10910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AC04C269-5228-E45A-7DC0-D637BE4F8932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74676655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itle and 4x4 gri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TextBox 25" descr="page number">
            <a:extLst>
              <a:ext uri="{FF2B5EF4-FFF2-40B4-BE49-F238E27FC236}">
                <a16:creationId xmlns:a16="http://schemas.microsoft.com/office/drawing/2014/main" id="{0C989EC7-423D-C2C2-F8A7-E813A55EBD67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6C1875E-7D7F-8CFE-CD09-114BA91DB1A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A12D478-566E-EB09-8C49-F20C246E1E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279197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27572F18-13D8-4A44-0BC9-1028CB8FE261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40080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BD29EC2-03C2-0BAC-29DB-E66CBA58BAD2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6277609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defRPr sz="1600"/>
            </a:lvl1pPr>
            <a:lvl2pPr marL="341313" indent="-169863">
              <a:spcAft>
                <a:spcPts val="600"/>
              </a:spcAft>
              <a:defRPr sz="1600"/>
            </a:lvl2pPr>
            <a:lvl3pPr marL="511175" indent="-169863">
              <a:spcAft>
                <a:spcPts val="600"/>
              </a:spcAft>
              <a:defRPr sz="1600"/>
            </a:lvl3pPr>
            <a:lvl4pPr marL="688975" indent="-173038">
              <a:spcAft>
                <a:spcPts val="600"/>
              </a:spcAft>
              <a:defRPr sz="1600"/>
            </a:lvl4pPr>
            <a:lvl5pPr marL="860425" indent="-173038">
              <a:spcAft>
                <a:spcPts val="600"/>
              </a:spcAft>
              <a:defRPr sz="1600"/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6D7762-3D47-1050-E6A2-45642630252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350963"/>
            <a:ext cx="0" cy="4865687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D344C18-FD99-2627-B3E3-5A9FF5C82019}"/>
              </a:ext>
            </a:extLst>
          </p:cNvPr>
          <p:cNvCxnSpPr>
            <a:cxnSpLocks/>
          </p:cNvCxnSpPr>
          <p:nvPr userDrawn="1"/>
        </p:nvCxnSpPr>
        <p:spPr>
          <a:xfrm>
            <a:off x="640080" y="3783806"/>
            <a:ext cx="10910570" cy="0"/>
          </a:xfrm>
          <a:prstGeom prst="line">
            <a:avLst/>
          </a:prstGeom>
          <a:ln w="12700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72256029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itle and 4x4 grid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2967EFC5-40CC-5C62-952A-EDC642704032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6C1875E-7D7F-8CFE-CD09-114BA91DB1A2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CA12D478-566E-EB09-8C49-F20C246E1E70}"/>
              </a:ext>
            </a:extLst>
          </p:cNvPr>
          <p:cNvSpPr>
            <a:spLocks noGrp="1"/>
          </p:cNvSpPr>
          <p:nvPr>
            <p:ph sz="half" idx="10" hasCustomPrompt="1"/>
          </p:nvPr>
        </p:nvSpPr>
        <p:spPr>
          <a:xfrm>
            <a:off x="6279197" y="1350964"/>
            <a:ext cx="5273041" cy="2250598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27572F18-13D8-4A44-0BC9-1028CB8FE261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40080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Content Placeholder 2">
            <a:extLst>
              <a:ext uri="{FF2B5EF4-FFF2-40B4-BE49-F238E27FC236}">
                <a16:creationId xmlns:a16="http://schemas.microsoft.com/office/drawing/2014/main" id="{BBD29EC2-03C2-0BAC-29DB-E66CBA58BAD2}"/>
              </a:ext>
            </a:extLst>
          </p:cNvPr>
          <p:cNvSpPr>
            <a:spLocks noGrp="1"/>
          </p:cNvSpPr>
          <p:nvPr>
            <p:ph sz="half" idx="12" hasCustomPrompt="1"/>
          </p:nvPr>
        </p:nvSpPr>
        <p:spPr>
          <a:xfrm>
            <a:off x="6277609" y="3966051"/>
            <a:ext cx="5273041" cy="2066640"/>
          </a:xfrm>
          <a:ln>
            <a:noFill/>
          </a:ln>
        </p:spPr>
        <p:txBody>
          <a:bodyPr lIns="0" tIns="0" rIns="0" bIns="0">
            <a:normAutofit/>
          </a:bodyPr>
          <a:lstStyle>
            <a:lvl1pPr marL="16986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buClr>
                <a:schemeClr val="accent2"/>
              </a:buClr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3C6D7762-3D47-1050-E6A2-456426302529}"/>
              </a:ext>
            </a:extLst>
          </p:cNvPr>
          <p:cNvCxnSpPr>
            <a:cxnSpLocks/>
          </p:cNvCxnSpPr>
          <p:nvPr userDrawn="1"/>
        </p:nvCxnSpPr>
        <p:spPr>
          <a:xfrm>
            <a:off x="6096000" y="1350963"/>
            <a:ext cx="0" cy="486568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2D344C18-FD99-2627-B3E3-5A9FF5C82019}"/>
              </a:ext>
            </a:extLst>
          </p:cNvPr>
          <p:cNvCxnSpPr>
            <a:cxnSpLocks/>
          </p:cNvCxnSpPr>
          <p:nvPr userDrawn="1"/>
        </p:nvCxnSpPr>
        <p:spPr>
          <a:xfrm>
            <a:off x="640080" y="3783806"/>
            <a:ext cx="10910570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756782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2 Columns +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5367528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5367528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C5593E0-6E71-F064-B777-B376CDA76F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392" y="1352550"/>
            <a:ext cx="5367528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84392" y="2084069"/>
            <a:ext cx="5367528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64DB3C81-5200-1030-B4E8-ABF2698D7CD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3435426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2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TextBox 24" descr="page number">
            <a:extLst>
              <a:ext uri="{FF2B5EF4-FFF2-40B4-BE49-F238E27FC236}">
                <a16:creationId xmlns:a16="http://schemas.microsoft.com/office/drawing/2014/main" id="{1B635D98-9B9C-AAE6-0C04-B96BA480BF0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5367528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5367528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C5593E0-6E71-F064-B777-B376CDA76F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392" y="1352550"/>
            <a:ext cx="5367528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84392" y="2084069"/>
            <a:ext cx="5367528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2986425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2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 descr="page number">
            <a:extLst>
              <a:ext uri="{FF2B5EF4-FFF2-40B4-BE49-F238E27FC236}">
                <a16:creationId xmlns:a16="http://schemas.microsoft.com/office/drawing/2014/main" id="{838AE3FB-D83A-9549-3BDE-91AE93CC4561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5367528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5367528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 Placeholder 7">
            <a:extLst>
              <a:ext uri="{FF2B5EF4-FFF2-40B4-BE49-F238E27FC236}">
                <a16:creationId xmlns:a16="http://schemas.microsoft.com/office/drawing/2014/main" id="{3C5593E0-6E71-F064-B777-B376CDA76F2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84392" y="1352550"/>
            <a:ext cx="5367528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184392" y="2084069"/>
            <a:ext cx="5367528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19053347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3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3511296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412B4B45-CF39-C881-FEED-193B2B89EA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0352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46A1A6E-39AF-64E3-3210-6BA9680B4DA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4340352" y="2084069"/>
            <a:ext cx="3511296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47937BC-FCEA-CF86-9ECE-0BB1BEC95F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40624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F4CBDF-F4ED-5751-33F6-BFE24BB0F3FC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040624" y="2084069"/>
            <a:ext cx="3511296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rgbClr val="FFFFFF"/>
                </a:solidFill>
              </a:defRPr>
            </a:lvl1pPr>
            <a:lvl2pPr>
              <a:defRPr>
                <a:solidFill>
                  <a:srgbClr val="FFFFFF"/>
                </a:solidFill>
              </a:defRPr>
            </a:lvl2pPr>
            <a:lvl3pPr>
              <a:defRPr>
                <a:solidFill>
                  <a:srgbClr val="FFFFFF"/>
                </a:solidFill>
              </a:defRPr>
            </a:lvl3pPr>
            <a:lvl4pPr>
              <a:defRPr>
                <a:solidFill>
                  <a:srgbClr val="FFFFFF"/>
                </a:solidFill>
              </a:defRPr>
            </a:lvl4pPr>
            <a:lvl5pPr>
              <a:defRPr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0DCDF263-23BC-A849-D1F7-77FF1A4C5467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8767345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3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" name="TextBox 26" descr="page number">
            <a:extLst>
              <a:ext uri="{FF2B5EF4-FFF2-40B4-BE49-F238E27FC236}">
                <a16:creationId xmlns:a16="http://schemas.microsoft.com/office/drawing/2014/main" id="{8D99CE4C-68C4-2D60-DC2D-8DB7E2118FA9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412B4B45-CF39-C881-FEED-193B2B89EA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0352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46A1A6E-39AF-64E3-3210-6BA9680B4DA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4340352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47937BC-FCEA-CF86-9ECE-0BB1BEC95F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40624" y="1352550"/>
            <a:ext cx="3511296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F4CBDF-F4ED-5751-33F6-BFE24BB0F3FC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040624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4169411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3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 descr="page number">
            <a:extLst>
              <a:ext uri="{FF2B5EF4-FFF2-40B4-BE49-F238E27FC236}">
                <a16:creationId xmlns:a16="http://schemas.microsoft.com/office/drawing/2014/main" id="{13C3C151-CBB4-F3F1-C99C-20F829F20020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40080" y="1352550"/>
            <a:ext cx="3511296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7">
            <a:extLst>
              <a:ext uri="{FF2B5EF4-FFF2-40B4-BE49-F238E27FC236}">
                <a16:creationId xmlns:a16="http://schemas.microsoft.com/office/drawing/2014/main" id="{412B4B45-CF39-C881-FEED-193B2B89EA0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0352" y="1352550"/>
            <a:ext cx="3511296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E46A1A6E-39AF-64E3-3210-6BA9680B4DA5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4340352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4" name="Text Placeholder 7">
            <a:extLst>
              <a:ext uri="{FF2B5EF4-FFF2-40B4-BE49-F238E27FC236}">
                <a16:creationId xmlns:a16="http://schemas.microsoft.com/office/drawing/2014/main" id="{B47937BC-FCEA-CF86-9ECE-0BB1BEC95F73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8040624" y="1352550"/>
            <a:ext cx="3511296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rmAutofit/>
          </a:bodyPr>
          <a:lstStyle>
            <a:lvl1pPr marL="0" indent="0" algn="ctr">
              <a:buFontTx/>
              <a:buNone/>
              <a:defRPr sz="22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F0F4CBDF-F4ED-5751-33F6-BFE24BB0F3FC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8040624" y="2084069"/>
            <a:ext cx="3511296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6681972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 Columns +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2084069"/>
            <a:ext cx="2590801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893B42FB-5999-B3E9-6C21-A952B948FDA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13443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3DD9B0E-BCFC-DE24-9478-B0C73997F4CD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13443" y="2084069"/>
            <a:ext cx="2590801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408E2BB1-3472-BF16-ED03-7CE5ABEC0E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87600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422803A-3C57-F77D-E23A-7A9EDA5A4C0C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6187600" y="2084069"/>
            <a:ext cx="2590801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644D253-0A20-D2D5-3705-32A1EAF2C3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61598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C5DA0EE-F75D-43D7-1BC1-178FAD4EABBC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8961598" y="2084069"/>
            <a:ext cx="2590801" cy="4134169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1455EC02-59F2-3603-93C5-BDF1B5D544E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09526424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4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TextBox 28" descr="page number">
            <a:extLst>
              <a:ext uri="{FF2B5EF4-FFF2-40B4-BE49-F238E27FC236}">
                <a16:creationId xmlns:a16="http://schemas.microsoft.com/office/drawing/2014/main" id="{CBE7B8E1-A193-286E-4889-9E300CE3856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893B42FB-5999-B3E9-6C21-A952B948FDA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13443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3DD9B0E-BCFC-DE24-9478-B0C73997F4CD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13443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408E2BB1-3472-BF16-ED03-7CE5ABEC0E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87600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422803A-3C57-F77D-E23A-7A9EDA5A4C0C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6187600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644D253-0A20-D2D5-3705-32A1EAF2C3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61598" y="1352550"/>
            <a:ext cx="2590640" cy="73152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C5DA0EE-F75D-43D7-1BC1-178FAD4EABBC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8961598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90842222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4 columns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TextBox 17" descr="page number">
            <a:extLst>
              <a:ext uri="{FF2B5EF4-FFF2-40B4-BE49-F238E27FC236}">
                <a16:creationId xmlns:a16="http://schemas.microsoft.com/office/drawing/2014/main" id="{23AC3C24-B92D-55D5-D682-1CC5D908A5A5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F995D9A7-4794-7F3E-08C6-4DF5706ACBC9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1352550"/>
            <a:ext cx="2590640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79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5" name="Text Placeholder 7">
            <a:extLst>
              <a:ext uri="{FF2B5EF4-FFF2-40B4-BE49-F238E27FC236}">
                <a16:creationId xmlns:a16="http://schemas.microsoft.com/office/drawing/2014/main" id="{893B42FB-5999-B3E9-6C21-A952B948FDA7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413443" y="1352550"/>
            <a:ext cx="2590640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C3DD9B0E-BCFC-DE24-9478-B0C73997F4CD}"/>
              </a:ext>
            </a:extLst>
          </p:cNvPr>
          <p:cNvSpPr>
            <a:spLocks noGrp="1"/>
          </p:cNvSpPr>
          <p:nvPr>
            <p:ph sz="half" idx="17" hasCustomPrompt="1"/>
          </p:nvPr>
        </p:nvSpPr>
        <p:spPr>
          <a:xfrm>
            <a:off x="3413443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7" name="Text Placeholder 7">
            <a:extLst>
              <a:ext uri="{FF2B5EF4-FFF2-40B4-BE49-F238E27FC236}">
                <a16:creationId xmlns:a16="http://schemas.microsoft.com/office/drawing/2014/main" id="{408E2BB1-3472-BF16-ED03-7CE5ABEC0E3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187600" y="1352550"/>
            <a:ext cx="2590640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1" name="Content Placeholder 2">
            <a:extLst>
              <a:ext uri="{FF2B5EF4-FFF2-40B4-BE49-F238E27FC236}">
                <a16:creationId xmlns:a16="http://schemas.microsoft.com/office/drawing/2014/main" id="{3422803A-3C57-F77D-E23A-7A9EDA5A4C0C}"/>
              </a:ext>
            </a:extLst>
          </p:cNvPr>
          <p:cNvSpPr>
            <a:spLocks noGrp="1"/>
          </p:cNvSpPr>
          <p:nvPr>
            <p:ph sz="half" idx="18" hasCustomPrompt="1"/>
          </p:nvPr>
        </p:nvSpPr>
        <p:spPr>
          <a:xfrm>
            <a:off x="6187600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7">
            <a:extLst>
              <a:ext uri="{FF2B5EF4-FFF2-40B4-BE49-F238E27FC236}">
                <a16:creationId xmlns:a16="http://schemas.microsoft.com/office/drawing/2014/main" id="{8644D253-0A20-D2D5-3705-32A1EAF2C3E9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8961598" y="1352550"/>
            <a:ext cx="2590640" cy="73152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200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4C5DA0EE-F75D-43D7-1BC1-178FAD4EABBC}"/>
              </a:ext>
            </a:extLst>
          </p:cNvPr>
          <p:cNvSpPr>
            <a:spLocks noGrp="1"/>
          </p:cNvSpPr>
          <p:nvPr>
            <p:ph sz="half" idx="19" hasCustomPrompt="1"/>
          </p:nvPr>
        </p:nvSpPr>
        <p:spPr>
          <a:xfrm>
            <a:off x="8961598" y="2084069"/>
            <a:ext cx="2590801" cy="4134169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6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6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04076777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4x4 Grid + header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762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A1EBED7-F22A-AEEF-50AF-DCA60FB5AF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2" y="1352550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F7A658-66DC-B049-F531-80D4915734F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9762" y="1809751"/>
            <a:ext cx="5367528" cy="1881822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0FC96-C70F-998A-9A23-3EFB1C5B42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84074" y="1352550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2D03784-EE29-2040-37CA-E24316759542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184074" y="1809751"/>
            <a:ext cx="5367528" cy="1881822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FAA5EC1-E581-7F86-69FD-456AAC31E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9762" y="3877627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9BAE097-DB91-0EF3-B142-A7B9DBC1171D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9762" y="4334828"/>
            <a:ext cx="5367528" cy="1881822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95ECE6F-897C-C9A8-BE7B-4BA634EE6D7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4074" y="3877627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DD6434-B377-6CD5-E09D-4A7DE666470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84074" y="4334828"/>
            <a:ext cx="5367528" cy="1881822"/>
          </a:xfrm>
          <a:solidFill>
            <a:srgbClr val="001E50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rgbClr val="FFFFFF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rgbClr val="FFFFFF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6459E6E6-F051-64D4-0E8B-0F732E18F00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34856341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4x4 grid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TextBox 27" descr="page number">
            <a:extLst>
              <a:ext uri="{FF2B5EF4-FFF2-40B4-BE49-F238E27FC236}">
                <a16:creationId xmlns:a16="http://schemas.microsoft.com/office/drawing/2014/main" id="{C4EB941D-8FC6-8901-36F0-DED523716626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762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A1EBED7-F22A-AEEF-50AF-DCA60FB5AF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2" y="1352550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F7A658-66DC-B049-F531-80D4915734F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9762" y="1809751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0FC96-C70F-998A-9A23-3EFB1C5B42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84074" y="1352550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2D03784-EE29-2040-37CA-E24316759542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184074" y="1809751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FAA5EC1-E581-7F86-69FD-456AAC31E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9762" y="3877627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9BAE097-DB91-0EF3-B142-A7B9DBC1171D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9762" y="4334828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95ECE6F-897C-C9A8-BE7B-4BA634EE6D7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4074" y="3877627"/>
            <a:ext cx="5367528" cy="457200"/>
          </a:xfrm>
          <a:solidFill>
            <a:schemeClr val="accent1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FFFFFF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DD6434-B377-6CD5-E09D-4A7DE666470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84074" y="4334828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547177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4x4 grid + header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 descr="page number">
            <a:extLst>
              <a:ext uri="{FF2B5EF4-FFF2-40B4-BE49-F238E27FC236}">
                <a16:creationId xmlns:a16="http://schemas.microsoft.com/office/drawing/2014/main" id="{E6AFA484-D550-7C1F-C63A-883AA75A5769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5" name="Title 4">
            <a:extLst>
              <a:ext uri="{FF2B5EF4-FFF2-40B4-BE49-F238E27FC236}">
                <a16:creationId xmlns:a16="http://schemas.microsoft.com/office/drawing/2014/main" id="{0654BD7A-EF24-5BA8-71D8-37820661AD9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762" y="347472"/>
            <a:ext cx="10911840" cy="64008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6" name="Text Placeholder 7">
            <a:extLst>
              <a:ext uri="{FF2B5EF4-FFF2-40B4-BE49-F238E27FC236}">
                <a16:creationId xmlns:a16="http://schemas.microsoft.com/office/drawing/2014/main" id="{BA1EBED7-F22A-AEEF-50AF-DCA60FB5AF5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2" y="1352550"/>
            <a:ext cx="5367528" cy="45720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4DF7A658-66DC-B049-F531-80D4915734F9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9762" y="1809751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03C0FC96-C70F-998A-9A23-3EFB1C5B422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184074" y="1352550"/>
            <a:ext cx="5367528" cy="45720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D2D03784-EE29-2040-37CA-E24316759542}"/>
              </a:ext>
            </a:extLst>
          </p:cNvPr>
          <p:cNvSpPr>
            <a:spLocks noGrp="1"/>
          </p:cNvSpPr>
          <p:nvPr>
            <p:ph sz="half" idx="11" hasCustomPrompt="1"/>
          </p:nvPr>
        </p:nvSpPr>
        <p:spPr>
          <a:xfrm>
            <a:off x="6184074" y="1809751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6" name="Text Placeholder 7">
            <a:extLst>
              <a:ext uri="{FF2B5EF4-FFF2-40B4-BE49-F238E27FC236}">
                <a16:creationId xmlns:a16="http://schemas.microsoft.com/office/drawing/2014/main" id="{8FAA5EC1-E581-7F86-69FD-456AAC31E8D5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39762" y="3877627"/>
            <a:ext cx="5367528" cy="45720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59BAE097-DB91-0EF3-B142-A7B9DBC1171D}"/>
              </a:ext>
            </a:extLst>
          </p:cNvPr>
          <p:cNvSpPr>
            <a:spLocks noGrp="1"/>
          </p:cNvSpPr>
          <p:nvPr>
            <p:ph sz="half" idx="13" hasCustomPrompt="1"/>
          </p:nvPr>
        </p:nvSpPr>
        <p:spPr>
          <a:xfrm>
            <a:off x="639762" y="4334828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8" name="Text Placeholder 7">
            <a:extLst>
              <a:ext uri="{FF2B5EF4-FFF2-40B4-BE49-F238E27FC236}">
                <a16:creationId xmlns:a16="http://schemas.microsoft.com/office/drawing/2014/main" id="{E95ECE6F-897C-C9A8-BE7B-4BA634EE6D74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6184074" y="3877627"/>
            <a:ext cx="5367528" cy="457200"/>
          </a:xfrm>
          <a:solidFill>
            <a:schemeClr val="accent2"/>
          </a:solidFill>
          <a:ln>
            <a:noFill/>
          </a:ln>
        </p:spPr>
        <p:txBody>
          <a:bodyPr lIns="137160" tIns="137160" rIns="137160" bIns="137160" anchor="ctr">
            <a:noAutofit/>
          </a:bodyPr>
          <a:lstStyle>
            <a:lvl1pPr marL="0" indent="0" algn="ctr">
              <a:buFontTx/>
              <a:buNone/>
              <a:defRPr sz="1800">
                <a:solidFill>
                  <a:srgbClr val="000000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7" name="Content Placeholder 2">
            <a:extLst>
              <a:ext uri="{FF2B5EF4-FFF2-40B4-BE49-F238E27FC236}">
                <a16:creationId xmlns:a16="http://schemas.microsoft.com/office/drawing/2014/main" id="{F3DD6434-B377-6CD5-E09D-4A7DE6664705}"/>
              </a:ext>
            </a:extLst>
          </p:cNvPr>
          <p:cNvSpPr>
            <a:spLocks noGrp="1"/>
          </p:cNvSpPr>
          <p:nvPr>
            <p:ph sz="half" idx="15" hasCustomPrompt="1"/>
          </p:nvPr>
        </p:nvSpPr>
        <p:spPr>
          <a:xfrm>
            <a:off x="6184074" y="4334828"/>
            <a:ext cx="5367528" cy="1881822"/>
          </a:xfrm>
          <a:solidFill>
            <a:schemeClr val="bg2"/>
          </a:solidFill>
          <a:ln>
            <a:noFill/>
          </a:ln>
        </p:spPr>
        <p:txBody>
          <a:bodyPr lIns="137160" tIns="137160" rIns="137160" bIns="137160">
            <a:normAutofit/>
          </a:bodyPr>
          <a:lstStyle>
            <a:lvl1pPr marL="16986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1pPr>
            <a:lvl2pPr marL="341313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2pPr>
            <a:lvl3pPr marL="511175" indent="-169863">
              <a:spcAft>
                <a:spcPts val="600"/>
              </a:spcAft>
              <a:defRPr sz="1400">
                <a:solidFill>
                  <a:schemeClr val="tx1"/>
                </a:solidFill>
              </a:defRPr>
            </a:lvl3pPr>
            <a:lvl4pPr marL="68897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4pPr>
            <a:lvl5pPr marL="860425" indent="-173038">
              <a:spcAft>
                <a:spcPts val="600"/>
              </a:spcAft>
              <a:defRPr sz="140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71784877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2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024884E1-C389-CBAF-285A-D72EA807F623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2" name="TextBox 21" descr="page number">
            <a:extLst>
              <a:ext uri="{FF2B5EF4-FFF2-40B4-BE49-F238E27FC236}">
                <a16:creationId xmlns:a16="http://schemas.microsoft.com/office/drawing/2014/main" id="{D1FC0CFB-3182-F8FE-B8CB-6E8B6334D65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43C991-9E2F-104F-8898-D7E7380924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4" cy="3557824"/>
          </a:xfr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>
            <a:lvl1pPr algn="ctr">
              <a:defRPr lang="en-US" sz="28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algn="ctr"/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8" y="1648828"/>
            <a:ext cx="1594925" cy="1591056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938322" y="1648828"/>
            <a:ext cx="5613915" cy="159105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5A8F2CDB-E1B1-B57E-B5BF-DF4AD07E7F2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8" y="3615596"/>
            <a:ext cx="1594925" cy="1591056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054D76D-FB29-6987-DD5B-1A13AB4FCE1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938322" y="3615596"/>
            <a:ext cx="5613915" cy="159105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C77B47F7-34AF-9883-8F5D-17BB1D0DE918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218570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2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8771D124-A8AE-EC26-ECBC-EE729262FFC9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6" name="TextBox 5" descr="page number">
            <a:extLst>
              <a:ext uri="{FF2B5EF4-FFF2-40B4-BE49-F238E27FC236}">
                <a16:creationId xmlns:a16="http://schemas.microsoft.com/office/drawing/2014/main" id="{E7F90D9C-54CB-8356-33F6-48D5EB705C12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7643C991-9E2F-104F-8898-D7E73809249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4" cy="3557824"/>
          </a:xfrm>
          <a:noFill/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>
            <a:lvl1pPr algn="ctr">
              <a:defRPr lang="en-US" sz="2800" dirty="0">
                <a:solidFill>
                  <a:schemeClr val="tx1"/>
                </a:solidFill>
                <a:latin typeface="+mj-lt"/>
                <a:ea typeface="+mn-ea"/>
                <a:cs typeface="+mn-cs"/>
              </a:defRPr>
            </a:lvl1pPr>
          </a:lstStyle>
          <a:p>
            <a:pPr marL="0" lvl="0" algn="ctr"/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8" y="1648828"/>
            <a:ext cx="1594925" cy="1591056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938322" y="1648828"/>
            <a:ext cx="5613915" cy="159105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17">
            <a:extLst>
              <a:ext uri="{FF2B5EF4-FFF2-40B4-BE49-F238E27FC236}">
                <a16:creationId xmlns:a16="http://schemas.microsoft.com/office/drawing/2014/main" id="{5A8F2CDB-E1B1-B57E-B5BF-DF4AD07E7F21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8" y="3615596"/>
            <a:ext cx="1594925" cy="1591056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2054D76D-FB29-6987-DD5B-1A13AB4FCE13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938322" y="3615596"/>
            <a:ext cx="5613915" cy="159105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116F21A-A7F3-7E0B-5803-404532D5F724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0489595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3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758BAE01-0C85-4332-6548-F0212FEEFBB0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0" name="TextBox 9" descr="page number">
            <a:extLst>
              <a:ext uri="{FF2B5EF4-FFF2-40B4-BE49-F238E27FC236}">
                <a16:creationId xmlns:a16="http://schemas.microsoft.com/office/drawing/2014/main" id="{B483D59B-209B-2267-0AEB-33DF46D1E3A5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1F33502-FF3E-5973-3DA5-5995A85305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9778"/>
            <a:ext cx="3337560" cy="355701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8" y="641031"/>
            <a:ext cx="1619348" cy="1614066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962746" y="641031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A30BF0C4-DF3D-5C44-48D9-DF7D30C754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8" y="2621967"/>
            <a:ext cx="1619348" cy="1614066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54E0CC-D588-2E96-E46C-6D3E52BAF92F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962746" y="2621967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CD7BB096-5901-7E51-B875-EACF335081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8" y="4601475"/>
            <a:ext cx="1619348" cy="1614066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D5DBF6-B7D4-ABF3-6073-A8AD1A08FB7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962746" y="4601475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D26533F-8D09-FDFD-F96A-07E3F4502F91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32170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3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D3279DD5-0674-C72A-EA96-96A72ECECDD3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4" name="TextBox 3" descr="page number">
            <a:extLst>
              <a:ext uri="{FF2B5EF4-FFF2-40B4-BE49-F238E27FC236}">
                <a16:creationId xmlns:a16="http://schemas.microsoft.com/office/drawing/2014/main" id="{6CD4268C-A747-3DFB-177B-7552A6FDA1A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3" name="Title 1">
            <a:extLst>
              <a:ext uri="{FF2B5EF4-FFF2-40B4-BE49-F238E27FC236}">
                <a16:creationId xmlns:a16="http://schemas.microsoft.com/office/drawing/2014/main" id="{61F33502-FF3E-5973-3DA5-5995A853054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9778"/>
            <a:ext cx="3337560" cy="355701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8" y="641031"/>
            <a:ext cx="1619348" cy="1614066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962746" y="641031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A30BF0C4-DF3D-5C44-48D9-DF7D30C754AD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8" y="2621967"/>
            <a:ext cx="1619348" cy="1614066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0" name="Content Placeholder 2">
            <a:extLst>
              <a:ext uri="{FF2B5EF4-FFF2-40B4-BE49-F238E27FC236}">
                <a16:creationId xmlns:a16="http://schemas.microsoft.com/office/drawing/2014/main" id="{0154E0CC-D588-2E96-E46C-6D3E52BAF92F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962746" y="2621967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1" name="Text Placeholder 17">
            <a:extLst>
              <a:ext uri="{FF2B5EF4-FFF2-40B4-BE49-F238E27FC236}">
                <a16:creationId xmlns:a16="http://schemas.microsoft.com/office/drawing/2014/main" id="{CD7BB096-5901-7E51-B875-EACF33508152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8" y="4601475"/>
            <a:ext cx="1619348" cy="1614066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2" name="Content Placeholder 2">
            <a:extLst>
              <a:ext uri="{FF2B5EF4-FFF2-40B4-BE49-F238E27FC236}">
                <a16:creationId xmlns:a16="http://schemas.microsoft.com/office/drawing/2014/main" id="{CCD5DBF6-B7D4-ABF3-6073-A8AD1A08FB7A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962746" y="4601475"/>
            <a:ext cx="5586876" cy="1614066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C5AE550F-51E1-0B46-99DA-9B46888D1523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9969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4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FF07E9F1-FD62-5F4B-FF9E-163400CE790B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6" name="TextBox 25" descr="page number">
            <a:extLst>
              <a:ext uri="{FF2B5EF4-FFF2-40B4-BE49-F238E27FC236}">
                <a16:creationId xmlns:a16="http://schemas.microsoft.com/office/drawing/2014/main" id="{BDAD87BC-2A28-396E-1342-48D8990652F6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7A8BDD78-5FAC-8A55-991C-65E237B2F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2" cy="356034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9" y="639763"/>
            <a:ext cx="1263462" cy="1259341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06861" y="639762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7CA595A-6D62-43D1-587B-082C978389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9" y="2078943"/>
            <a:ext cx="1263462" cy="1259341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5029D4D-033C-35FC-E0DA-F46E0B60613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606861" y="2078942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D29D1A13-E761-EC6E-D12B-71C8846FD0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9" y="3518122"/>
            <a:ext cx="1263462" cy="1259341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C134D6D-3210-16EF-80F3-C65CD6167A5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606861" y="3518121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99CE4D8C-A6A7-258C-A083-8DCB8CA9FE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43399" y="4957302"/>
            <a:ext cx="1263462" cy="1259341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32D25DE-BD5A-1E2A-B371-ECE4BD16724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5606861" y="4957301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068D1E-5CD0-DCCC-2985-33675118FD51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597360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4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B5CFA39A-A396-2F9C-C14F-564285110435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0" name="TextBox 19" descr="page number">
            <a:extLst>
              <a:ext uri="{FF2B5EF4-FFF2-40B4-BE49-F238E27FC236}">
                <a16:creationId xmlns:a16="http://schemas.microsoft.com/office/drawing/2014/main" id="{5A3700BD-5568-6560-7CF5-6475FC7AFE8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9" name="Title 1">
            <a:extLst>
              <a:ext uri="{FF2B5EF4-FFF2-40B4-BE49-F238E27FC236}">
                <a16:creationId xmlns:a16="http://schemas.microsoft.com/office/drawing/2014/main" id="{7A8BDD78-5FAC-8A55-991C-65E237B2FF2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2" cy="356034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401DDE6C-6DCB-CBEA-3A26-1559A235D622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9" y="639763"/>
            <a:ext cx="1263462" cy="1259341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70A7ED0F-B4AC-59A9-FD1B-7AD969C28EED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606861" y="639762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17">
            <a:extLst>
              <a:ext uri="{FF2B5EF4-FFF2-40B4-BE49-F238E27FC236}">
                <a16:creationId xmlns:a16="http://schemas.microsoft.com/office/drawing/2014/main" id="{D7CA595A-6D62-43D1-587B-082C9783898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9" y="2078943"/>
            <a:ext cx="1263462" cy="1259341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C5029D4D-033C-35FC-E0DA-F46E0B606135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606861" y="2078942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Text Placeholder 17">
            <a:extLst>
              <a:ext uri="{FF2B5EF4-FFF2-40B4-BE49-F238E27FC236}">
                <a16:creationId xmlns:a16="http://schemas.microsoft.com/office/drawing/2014/main" id="{D29D1A13-E761-EC6E-D12B-71C8846FD006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9" y="3518122"/>
            <a:ext cx="1263462" cy="1259341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11" name="Content Placeholder 2">
            <a:extLst>
              <a:ext uri="{FF2B5EF4-FFF2-40B4-BE49-F238E27FC236}">
                <a16:creationId xmlns:a16="http://schemas.microsoft.com/office/drawing/2014/main" id="{FC134D6D-3210-16EF-80F3-C65CD6167A51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606861" y="3518121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2" name="Text Placeholder 17">
            <a:extLst>
              <a:ext uri="{FF2B5EF4-FFF2-40B4-BE49-F238E27FC236}">
                <a16:creationId xmlns:a16="http://schemas.microsoft.com/office/drawing/2014/main" id="{99CE4D8C-A6A7-258C-A083-8DCB8CA9FED5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43399" y="4957302"/>
            <a:ext cx="1263462" cy="1259341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13" name="Content Placeholder 2">
            <a:extLst>
              <a:ext uri="{FF2B5EF4-FFF2-40B4-BE49-F238E27FC236}">
                <a16:creationId xmlns:a16="http://schemas.microsoft.com/office/drawing/2014/main" id="{D32D25DE-BD5A-1E2A-B371-ECE4BD167240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5606861" y="4957301"/>
            <a:ext cx="5945376" cy="125934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1DE42B2-FFEF-6DC3-6A17-81D4F70D9468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381552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5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AA48B5A8-E65E-E306-9DC0-FD012D199D59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22" name="TextBox 21" descr="page number">
            <a:extLst>
              <a:ext uri="{FF2B5EF4-FFF2-40B4-BE49-F238E27FC236}">
                <a16:creationId xmlns:a16="http://schemas.microsoft.com/office/drawing/2014/main" id="{A2FEA93E-426F-9A0E-E86C-E365B99C72E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99FD9AD-6A55-B9FB-C392-3B35F51524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2" cy="356034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CE041CEC-2951-5B9F-2554-B900056DF0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9" y="644808"/>
            <a:ext cx="969620" cy="966457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E891F22-D93C-CE66-8686-EC86198FEED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13019" y="644807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3F5E3D8D-EE8B-2504-0E7B-8BD0E429E0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9" y="1791427"/>
            <a:ext cx="969620" cy="966457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E10C486B-DFD6-C301-F3CB-D01B2ACD541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313019" y="1791426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B5970A10-5E1C-A255-8FB8-D459ADDAE9B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9" y="2938043"/>
            <a:ext cx="969620" cy="966457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EDFAD67-E3A1-0FF6-987D-7D581812A926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313019" y="2938042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0136CF7-D8D3-C5F7-3C34-CB802C75DF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43399" y="4084662"/>
            <a:ext cx="969620" cy="966457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A1449F-D7F4-640E-689B-662E6BE7F29C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5313019" y="4084661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A5218536-8ED5-63AC-DEB9-549E55FFA6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399" y="5259652"/>
            <a:ext cx="969620" cy="966457"/>
          </a:xfrm>
          <a:solidFill>
            <a:schemeClr val="accent1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FFFFFF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6468BD1-0061-5A82-D408-E4B39AD360F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5313019" y="5259651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59FB644-F03B-1393-34BC-CCD73CC3C4B7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603007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5 takeaways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1361D68B-FFD6-9AAF-726A-77CACDBE403C}"/>
              </a:ext>
            </a:extLst>
          </p:cNvPr>
          <p:cNvSpPr/>
          <p:nvPr userDrawn="1"/>
        </p:nvSpPr>
        <p:spPr>
          <a:xfrm>
            <a:off x="641604" y="1648828"/>
            <a:ext cx="3337625" cy="3557824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916F9F35-7641-F2DA-880B-6F22B8514C9D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199FD9AD-6A55-B9FB-C392-3B35F51524E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1648828"/>
            <a:ext cx="3341052" cy="3560346"/>
          </a:xfrm>
          <a:noFill/>
          <a:effectLst/>
        </p:spPr>
        <p:txBody>
          <a:bodyPr lIns="137160" tIns="137160" rIns="137160" bIns="137160" anchor="ctr" anchorCtr="0"/>
          <a:lstStyle>
            <a:lvl1pPr algn="ctr">
              <a:defRPr sz="2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19" name="Text Placeholder 17">
            <a:extLst>
              <a:ext uri="{FF2B5EF4-FFF2-40B4-BE49-F238E27FC236}">
                <a16:creationId xmlns:a16="http://schemas.microsoft.com/office/drawing/2014/main" id="{CE041CEC-2951-5B9F-2554-B900056DF041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4343399" y="644808"/>
            <a:ext cx="969620" cy="966457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E891F22-D93C-CE66-8686-EC86198FEED1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313019" y="644807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4" name="Text Placeholder 17">
            <a:extLst>
              <a:ext uri="{FF2B5EF4-FFF2-40B4-BE49-F238E27FC236}">
                <a16:creationId xmlns:a16="http://schemas.microsoft.com/office/drawing/2014/main" id="{3F5E3D8D-EE8B-2504-0E7B-8BD0E429E0B9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4343399" y="1791427"/>
            <a:ext cx="969620" cy="966457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26" name="Content Placeholder 2">
            <a:extLst>
              <a:ext uri="{FF2B5EF4-FFF2-40B4-BE49-F238E27FC236}">
                <a16:creationId xmlns:a16="http://schemas.microsoft.com/office/drawing/2014/main" id="{E10C486B-DFD6-C301-F3CB-D01B2ACD541E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5313019" y="1791426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8" name="Text Placeholder 17">
            <a:extLst>
              <a:ext uri="{FF2B5EF4-FFF2-40B4-BE49-F238E27FC236}">
                <a16:creationId xmlns:a16="http://schemas.microsoft.com/office/drawing/2014/main" id="{B5970A10-5E1C-A255-8FB8-D459ADDAE9B0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4343399" y="2938043"/>
            <a:ext cx="969620" cy="966457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0" name="Content Placeholder 2">
            <a:extLst>
              <a:ext uri="{FF2B5EF4-FFF2-40B4-BE49-F238E27FC236}">
                <a16:creationId xmlns:a16="http://schemas.microsoft.com/office/drawing/2014/main" id="{1EDFAD67-E3A1-0FF6-987D-7D581812A926}"/>
              </a:ext>
            </a:extLst>
          </p:cNvPr>
          <p:cNvSpPr>
            <a:spLocks noGrp="1"/>
          </p:cNvSpPr>
          <p:nvPr>
            <p:ph idx="16" hasCustomPrompt="1"/>
          </p:nvPr>
        </p:nvSpPr>
        <p:spPr>
          <a:xfrm>
            <a:off x="5313019" y="2938042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Text Placeholder 17">
            <a:extLst>
              <a:ext uri="{FF2B5EF4-FFF2-40B4-BE49-F238E27FC236}">
                <a16:creationId xmlns:a16="http://schemas.microsoft.com/office/drawing/2014/main" id="{C0136CF7-D8D3-C5F7-3C34-CB802C75DFEE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343399" y="4084662"/>
            <a:ext cx="969620" cy="966457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2" name="Content Placeholder 2">
            <a:extLst>
              <a:ext uri="{FF2B5EF4-FFF2-40B4-BE49-F238E27FC236}">
                <a16:creationId xmlns:a16="http://schemas.microsoft.com/office/drawing/2014/main" id="{35A1449F-D7F4-640E-689B-662E6BE7F29C}"/>
              </a:ext>
            </a:extLst>
          </p:cNvPr>
          <p:cNvSpPr>
            <a:spLocks noGrp="1"/>
          </p:cNvSpPr>
          <p:nvPr>
            <p:ph idx="18" hasCustomPrompt="1"/>
          </p:nvPr>
        </p:nvSpPr>
        <p:spPr>
          <a:xfrm>
            <a:off x="5313019" y="4084661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3" name="Text Placeholder 17">
            <a:extLst>
              <a:ext uri="{FF2B5EF4-FFF2-40B4-BE49-F238E27FC236}">
                <a16:creationId xmlns:a16="http://schemas.microsoft.com/office/drawing/2014/main" id="{A5218536-8ED5-63AC-DEB9-549E55FFA60B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4343399" y="5259652"/>
            <a:ext cx="969620" cy="966457"/>
          </a:xfrm>
          <a:solidFill>
            <a:schemeClr val="accent2"/>
          </a:solidFill>
        </p:spPr>
        <p:txBody>
          <a:bodyPr wrap="none" anchor="ctr">
            <a:noAutofit/>
          </a:bodyPr>
          <a:lstStyle>
            <a:lvl1pPr marL="0" indent="0" algn="ctr">
              <a:buFontTx/>
              <a:buNone/>
              <a:defRPr sz="4800" b="0">
                <a:solidFill>
                  <a:srgbClr val="000000"/>
                </a:solidFill>
                <a:latin typeface="+mj-lt"/>
              </a:defRPr>
            </a:lvl1pPr>
          </a:lstStyle>
          <a:p>
            <a:pPr lvl="0"/>
            <a:r>
              <a:rPr lang="en-US"/>
              <a:t>X</a:t>
            </a:r>
          </a:p>
        </p:txBody>
      </p:sp>
      <p:sp>
        <p:nvSpPr>
          <p:cNvPr id="34" name="Content Placeholder 2">
            <a:extLst>
              <a:ext uri="{FF2B5EF4-FFF2-40B4-BE49-F238E27FC236}">
                <a16:creationId xmlns:a16="http://schemas.microsoft.com/office/drawing/2014/main" id="{D6468BD1-0061-5A82-D408-E4B39AD360F9}"/>
              </a:ext>
            </a:extLst>
          </p:cNvPr>
          <p:cNvSpPr>
            <a:spLocks noGrp="1"/>
          </p:cNvSpPr>
          <p:nvPr>
            <p:ph idx="20" hasCustomPrompt="1"/>
          </p:nvPr>
        </p:nvSpPr>
        <p:spPr>
          <a:xfrm>
            <a:off x="5313019" y="5259651"/>
            <a:ext cx="6239218" cy="966461"/>
          </a:xfrm>
          <a:solidFill>
            <a:schemeClr val="bg2"/>
          </a:solidFill>
        </p:spPr>
        <p:txBody>
          <a:bodyPr lIns="182880" tIns="0" rIns="0" bIns="0" anchor="ctr"/>
          <a:lstStyle>
            <a:lvl1pPr marL="0" indent="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4"/>
              </a:buClr>
              <a:buFont typeface="Nunito Sans Light" panose="00000400000000000000" pitchFamily="2" charset="0"/>
              <a:buChar char="​"/>
              <a:defRPr b="0" i="0">
                <a:solidFill>
                  <a:schemeClr val="tx1"/>
                </a:solidFill>
                <a:latin typeface="+mn-lt"/>
              </a:defRPr>
            </a:lvl1pPr>
            <a:lvl2pPr marL="4572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SzPct val="100000"/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2pPr>
            <a:lvl3pPr marL="6858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3pPr>
            <a:lvl4pPr marL="9144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Wingdings" panose="05000000000000000000" pitchFamily="2" charset="2"/>
              <a:buChar char="§"/>
              <a:defRPr b="0" i="0">
                <a:solidFill>
                  <a:schemeClr val="tx1"/>
                </a:solidFill>
                <a:latin typeface="+mn-lt"/>
              </a:defRPr>
            </a:lvl4pPr>
            <a:lvl5pPr marL="1143000" indent="-228600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chemeClr val="accent2"/>
              </a:buClr>
              <a:buFont typeface="Calibri" panose="020F0502020204030204" pitchFamily="34" charset="0"/>
              <a:buChar char="–"/>
              <a:defRPr b="0" i="0">
                <a:solidFill>
                  <a:schemeClr val="tx1"/>
                </a:solidFill>
                <a:latin typeface="+mn-lt"/>
              </a:defRPr>
            </a:lvl5pPr>
          </a:lstStyle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D5CD278-6550-239C-A3DB-263729DEB868}"/>
              </a:ext>
            </a:extLst>
          </p:cNvPr>
          <p:cNvSpPr/>
          <p:nvPr userDrawn="1"/>
        </p:nvSpPr>
        <p:spPr>
          <a:xfrm>
            <a:off x="457454" y="146467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3203457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2A0EF174-CBF7-3F5B-BDEF-0798B8998DEF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0277858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anded 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>
            <a:extLst>
              <a:ext uri="{FF2B5EF4-FFF2-40B4-BE49-F238E27FC236}">
                <a16:creationId xmlns:a16="http://schemas.microsoft.com/office/drawing/2014/main" id="{1EEA43F0-3CCC-A8B2-CFE2-029082185355}"/>
              </a:ext>
            </a:extLst>
          </p:cNvPr>
          <p:cNvSpPr/>
          <p:nvPr userDrawn="1"/>
        </p:nvSpPr>
        <p:spPr>
          <a:xfrm flipV="1">
            <a:off x="0" y="0"/>
            <a:ext cx="12192000" cy="135096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  <p:pic>
        <p:nvPicPr>
          <p:cNvPr id="2" name="Picture 1" descr="A black background with a black square&#10;&#10;AI-generated content may be incorrect.">
            <a:extLst>
              <a:ext uri="{FF2B5EF4-FFF2-40B4-BE49-F238E27FC236}">
                <a16:creationId xmlns:a16="http://schemas.microsoft.com/office/drawing/2014/main" id="{6D423175-2747-FDFB-78ED-557FA26BA59F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rcRect t="83998" r="91005"/>
          <a:stretch/>
        </p:blipFill>
        <p:spPr>
          <a:xfrm>
            <a:off x="763" y="5760291"/>
            <a:ext cx="1096518" cy="1097280"/>
          </a:xfrm>
          <a:prstGeom prst="rect">
            <a:avLst/>
          </a:prstGeom>
        </p:spPr>
      </p:pic>
      <p:grpSp>
        <p:nvGrpSpPr>
          <p:cNvPr id="5" name="Group 4">
            <a:extLst>
              <a:ext uri="{FF2B5EF4-FFF2-40B4-BE49-F238E27FC236}">
                <a16:creationId xmlns:a16="http://schemas.microsoft.com/office/drawing/2014/main" id="{3FE59F6C-B14C-86BA-6001-96E0B0993815}"/>
              </a:ext>
            </a:extLst>
          </p:cNvPr>
          <p:cNvGrpSpPr>
            <a:grpSpLocks noChangeAspect="1"/>
          </p:cNvGrpSpPr>
          <p:nvPr userDrawn="1"/>
        </p:nvGrpSpPr>
        <p:grpSpPr bwMode="auto">
          <a:xfrm>
            <a:off x="0" y="6400800"/>
            <a:ext cx="457200" cy="457200"/>
            <a:chOff x="1680" y="0"/>
            <a:chExt cx="4320" cy="4320"/>
          </a:xfrm>
        </p:grpSpPr>
        <p:sp>
          <p:nvSpPr>
            <p:cNvPr id="6" name="AutoShape 3">
              <a:extLst>
                <a:ext uri="{FF2B5EF4-FFF2-40B4-BE49-F238E27FC236}">
                  <a16:creationId xmlns:a16="http://schemas.microsoft.com/office/drawing/2014/main" id="{52846312-1152-1971-EA6F-E5DA01432370}"/>
                </a:ext>
              </a:extLst>
            </p:cNvPr>
            <p:cNvSpPr>
              <a:spLocks noChangeAspect="1" noChangeArrowheads="1" noTextEdit="1"/>
            </p:cNvSpPr>
            <p:nvPr/>
          </p:nvSpPr>
          <p:spPr bwMode="auto">
            <a:xfrm>
              <a:off x="1680" y="0"/>
              <a:ext cx="4320" cy="43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15" name="Rectangle 14">
              <a:extLst>
                <a:ext uri="{FF2B5EF4-FFF2-40B4-BE49-F238E27FC236}">
                  <a16:creationId xmlns:a16="http://schemas.microsoft.com/office/drawing/2014/main" id="{EE005C27-54AE-4838-B5D4-29552DBF0A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680" y="0"/>
              <a:ext cx="4320" cy="4320"/>
            </a:xfrm>
            <a:prstGeom prst="rect">
              <a:avLst/>
            </a:prstGeom>
            <a:solidFill>
              <a:srgbClr val="FFFFFF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6" name="Rectangle 15">
              <a:extLst>
                <a:ext uri="{FF2B5EF4-FFF2-40B4-BE49-F238E27FC236}">
                  <a16:creationId xmlns:a16="http://schemas.microsoft.com/office/drawing/2014/main" id="{6A0991F4-279F-951B-E67A-63338CB53B5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394" y="1484"/>
              <a:ext cx="227" cy="227"/>
            </a:xfrm>
            <a:prstGeom prst="rect">
              <a:avLst/>
            </a:prstGeom>
            <a:solidFill>
              <a:srgbClr val="00C7FD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  <p:sp>
          <p:nvSpPr>
            <p:cNvPr id="17" name="Freeform 7">
              <a:extLst>
                <a:ext uri="{FF2B5EF4-FFF2-40B4-BE49-F238E27FC236}">
                  <a16:creationId xmlns:a16="http://schemas.microsoft.com/office/drawing/2014/main" id="{C263BC3F-47D2-B542-2581-140C4C762251}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2400" y="1467"/>
              <a:ext cx="2880" cy="1217"/>
            </a:xfrm>
            <a:custGeom>
              <a:avLst/>
              <a:gdLst>
                <a:gd name="T0" fmla="*/ 6366 w 11520"/>
                <a:gd name="T1" fmla="*/ 4023 h 4867"/>
                <a:gd name="T2" fmla="*/ 6082 w 11520"/>
                <a:gd name="T3" fmla="*/ 3938 h 4867"/>
                <a:gd name="T4" fmla="*/ 5974 w 11520"/>
                <a:gd name="T5" fmla="*/ 3727 h 4867"/>
                <a:gd name="T6" fmla="*/ 5954 w 11520"/>
                <a:gd name="T7" fmla="*/ 1528 h 4867"/>
                <a:gd name="T8" fmla="*/ 5130 w 11520"/>
                <a:gd name="T9" fmla="*/ 3947 h 4867"/>
                <a:gd name="T10" fmla="*/ 5224 w 11520"/>
                <a:gd name="T11" fmla="*/ 4279 h 4867"/>
                <a:gd name="T12" fmla="*/ 5390 w 11520"/>
                <a:gd name="T13" fmla="*/ 4527 h 4867"/>
                <a:gd name="T14" fmla="*/ 5659 w 11520"/>
                <a:gd name="T15" fmla="*/ 4708 h 4867"/>
                <a:gd name="T16" fmla="*/ 5989 w 11520"/>
                <a:gd name="T17" fmla="*/ 4800 h 4867"/>
                <a:gd name="T18" fmla="*/ 10658 w 11520"/>
                <a:gd name="T19" fmla="*/ 0 h 4867"/>
                <a:gd name="T20" fmla="*/ 4089 w 11520"/>
                <a:gd name="T21" fmla="*/ 1700 h 4867"/>
                <a:gd name="T22" fmla="*/ 3766 w 11520"/>
                <a:gd name="T23" fmla="*/ 1536 h 4867"/>
                <a:gd name="T24" fmla="*/ 3375 w 11520"/>
                <a:gd name="T25" fmla="*/ 1465 h 4867"/>
                <a:gd name="T26" fmla="*/ 2996 w 11520"/>
                <a:gd name="T27" fmla="*/ 1486 h 4867"/>
                <a:gd name="T28" fmla="*/ 2660 w 11520"/>
                <a:gd name="T29" fmla="*/ 1603 h 4867"/>
                <a:gd name="T30" fmla="*/ 2355 w 11520"/>
                <a:gd name="T31" fmla="*/ 1832 h 4867"/>
                <a:gd name="T32" fmla="*/ 2223 w 11520"/>
                <a:gd name="T33" fmla="*/ 3179 h 4867"/>
                <a:gd name="T34" fmla="*/ 2288 w 11520"/>
                <a:gd name="T35" fmla="*/ 2719 h 4867"/>
                <a:gd name="T36" fmla="*/ 2509 w 11520"/>
                <a:gd name="T37" fmla="*/ 2386 h 4867"/>
                <a:gd name="T38" fmla="*/ 2883 w 11520"/>
                <a:gd name="T39" fmla="*/ 2216 h 4867"/>
                <a:gd name="T40" fmla="*/ 3290 w 11520"/>
                <a:gd name="T41" fmla="*/ 2252 h 4867"/>
                <a:gd name="T42" fmla="*/ 3585 w 11520"/>
                <a:gd name="T43" fmla="*/ 2463 h 4867"/>
                <a:gd name="T44" fmla="*/ 3738 w 11520"/>
                <a:gd name="T45" fmla="*/ 2872 h 4867"/>
                <a:gd name="T46" fmla="*/ 4620 w 11520"/>
                <a:gd name="T47" fmla="*/ 4801 h 4867"/>
                <a:gd name="T48" fmla="*/ 4592 w 11520"/>
                <a:gd name="T49" fmla="*/ 2574 h 4867"/>
                <a:gd name="T50" fmla="*/ 4479 w 11520"/>
                <a:gd name="T51" fmla="*/ 2187 h 4867"/>
                <a:gd name="T52" fmla="*/ 4282 w 11520"/>
                <a:gd name="T53" fmla="*/ 1874 h 4867"/>
                <a:gd name="T54" fmla="*/ 10185 w 11520"/>
                <a:gd name="T55" fmla="*/ 2857 h 4867"/>
                <a:gd name="T56" fmla="*/ 10068 w 11520"/>
                <a:gd name="T57" fmla="*/ 2458 h 4867"/>
                <a:gd name="T58" fmla="*/ 9842 w 11520"/>
                <a:gd name="T59" fmla="*/ 2076 h 4867"/>
                <a:gd name="T60" fmla="*/ 9558 w 11520"/>
                <a:gd name="T61" fmla="*/ 1796 h 4867"/>
                <a:gd name="T62" fmla="*/ 9203 w 11520"/>
                <a:gd name="T63" fmla="*/ 1592 h 4867"/>
                <a:gd name="T64" fmla="*/ 8746 w 11520"/>
                <a:gd name="T65" fmla="*/ 1474 h 4867"/>
                <a:gd name="T66" fmla="*/ 8302 w 11520"/>
                <a:gd name="T67" fmla="*/ 1474 h 4867"/>
                <a:gd name="T68" fmla="*/ 7854 w 11520"/>
                <a:gd name="T69" fmla="*/ 1595 h 4867"/>
                <a:gd name="T70" fmla="*/ 7497 w 11520"/>
                <a:gd name="T71" fmla="*/ 1800 h 4867"/>
                <a:gd name="T72" fmla="*/ 7205 w 11520"/>
                <a:gd name="T73" fmla="*/ 2079 h 4867"/>
                <a:gd name="T74" fmla="*/ 6967 w 11520"/>
                <a:gd name="T75" fmla="*/ 2462 h 4867"/>
                <a:gd name="T76" fmla="*/ 6841 w 11520"/>
                <a:gd name="T77" fmla="*/ 2864 h 4867"/>
                <a:gd name="T78" fmla="*/ 6820 w 11520"/>
                <a:gd name="T79" fmla="*/ 3295 h 4867"/>
                <a:gd name="T80" fmla="*/ 6914 w 11520"/>
                <a:gd name="T81" fmla="*/ 3751 h 4867"/>
                <a:gd name="T82" fmla="*/ 7096 w 11520"/>
                <a:gd name="T83" fmla="*/ 4120 h 4867"/>
                <a:gd name="T84" fmla="*/ 7354 w 11520"/>
                <a:gd name="T85" fmla="*/ 4426 h 4867"/>
                <a:gd name="T86" fmla="*/ 7728 w 11520"/>
                <a:gd name="T87" fmla="*/ 4680 h 4867"/>
                <a:gd name="T88" fmla="*/ 8137 w 11520"/>
                <a:gd name="T89" fmla="*/ 4825 h 4867"/>
                <a:gd name="T90" fmla="*/ 8613 w 11520"/>
                <a:gd name="T91" fmla="*/ 4867 h 4867"/>
                <a:gd name="T92" fmla="*/ 9255 w 11520"/>
                <a:gd name="T93" fmla="*/ 4746 h 4867"/>
                <a:gd name="T94" fmla="*/ 9726 w 11520"/>
                <a:gd name="T95" fmla="*/ 4484 h 4867"/>
                <a:gd name="T96" fmla="*/ 9381 w 11520"/>
                <a:gd name="T97" fmla="*/ 3752 h 4867"/>
                <a:gd name="T98" fmla="*/ 9036 w 11520"/>
                <a:gd name="T99" fmla="*/ 4007 h 4867"/>
                <a:gd name="T100" fmla="*/ 8693 w 11520"/>
                <a:gd name="T101" fmla="*/ 4109 h 4867"/>
                <a:gd name="T102" fmla="*/ 8297 w 11520"/>
                <a:gd name="T103" fmla="*/ 4095 h 4867"/>
                <a:gd name="T104" fmla="*/ 7957 w 11520"/>
                <a:gd name="T105" fmla="*/ 3951 h 4867"/>
                <a:gd name="T106" fmla="*/ 7712 w 11520"/>
                <a:gd name="T107" fmla="*/ 3664 h 4867"/>
                <a:gd name="T108" fmla="*/ 7645 w 11520"/>
                <a:gd name="T109" fmla="*/ 2835 h 4867"/>
                <a:gd name="T110" fmla="*/ 7762 w 11520"/>
                <a:gd name="T111" fmla="*/ 2544 h 4867"/>
                <a:gd name="T112" fmla="*/ 8086 w 11520"/>
                <a:gd name="T113" fmla="*/ 2286 h 4867"/>
                <a:gd name="T114" fmla="*/ 8567 w 11520"/>
                <a:gd name="T115" fmla="*/ 2200 h 4867"/>
                <a:gd name="T116" fmla="*/ 9047 w 11520"/>
                <a:gd name="T117" fmla="*/ 2344 h 4867"/>
                <a:gd name="T118" fmla="*/ 9315 w 11520"/>
                <a:gd name="T119" fmla="*/ 2625 h 4867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</a:cxnLst>
              <a:rect l="0" t="0" r="r" b="b"/>
              <a:pathLst>
                <a:path w="11520" h="4867">
                  <a:moveTo>
                    <a:pt x="862" y="4801"/>
                  </a:moveTo>
                  <a:lnTo>
                    <a:pt x="862" y="1528"/>
                  </a:lnTo>
                  <a:lnTo>
                    <a:pt x="0" y="1528"/>
                  </a:lnTo>
                  <a:lnTo>
                    <a:pt x="0" y="4801"/>
                  </a:lnTo>
                  <a:lnTo>
                    <a:pt x="862" y="4801"/>
                  </a:lnTo>
                  <a:close/>
                  <a:moveTo>
                    <a:pt x="6578" y="4835"/>
                  </a:moveTo>
                  <a:lnTo>
                    <a:pt x="6578" y="4032"/>
                  </a:lnTo>
                  <a:lnTo>
                    <a:pt x="6578" y="4032"/>
                  </a:lnTo>
                  <a:lnTo>
                    <a:pt x="6487" y="4030"/>
                  </a:lnTo>
                  <a:lnTo>
                    <a:pt x="6404" y="4026"/>
                  </a:lnTo>
                  <a:lnTo>
                    <a:pt x="6366" y="4023"/>
                  </a:lnTo>
                  <a:lnTo>
                    <a:pt x="6330" y="4020"/>
                  </a:lnTo>
                  <a:lnTo>
                    <a:pt x="6298" y="4017"/>
                  </a:lnTo>
                  <a:lnTo>
                    <a:pt x="6266" y="4012"/>
                  </a:lnTo>
                  <a:lnTo>
                    <a:pt x="6266" y="4012"/>
                  </a:lnTo>
                  <a:lnTo>
                    <a:pt x="6234" y="4006"/>
                  </a:lnTo>
                  <a:lnTo>
                    <a:pt x="6204" y="3998"/>
                  </a:lnTo>
                  <a:lnTo>
                    <a:pt x="6175" y="3989"/>
                  </a:lnTo>
                  <a:lnTo>
                    <a:pt x="6149" y="3979"/>
                  </a:lnTo>
                  <a:lnTo>
                    <a:pt x="6124" y="3966"/>
                  </a:lnTo>
                  <a:lnTo>
                    <a:pt x="6102" y="3953"/>
                  </a:lnTo>
                  <a:lnTo>
                    <a:pt x="6082" y="3938"/>
                  </a:lnTo>
                  <a:lnTo>
                    <a:pt x="6064" y="3921"/>
                  </a:lnTo>
                  <a:lnTo>
                    <a:pt x="6064" y="3921"/>
                  </a:lnTo>
                  <a:lnTo>
                    <a:pt x="6048" y="3904"/>
                  </a:lnTo>
                  <a:lnTo>
                    <a:pt x="6032" y="3885"/>
                  </a:lnTo>
                  <a:lnTo>
                    <a:pt x="6019" y="3862"/>
                  </a:lnTo>
                  <a:lnTo>
                    <a:pt x="6008" y="3839"/>
                  </a:lnTo>
                  <a:lnTo>
                    <a:pt x="5996" y="3814"/>
                  </a:lnTo>
                  <a:lnTo>
                    <a:pt x="5987" y="3786"/>
                  </a:lnTo>
                  <a:lnTo>
                    <a:pt x="5980" y="3757"/>
                  </a:lnTo>
                  <a:lnTo>
                    <a:pt x="5974" y="3727"/>
                  </a:lnTo>
                  <a:lnTo>
                    <a:pt x="5974" y="3727"/>
                  </a:lnTo>
                  <a:lnTo>
                    <a:pt x="5970" y="3695"/>
                  </a:lnTo>
                  <a:lnTo>
                    <a:pt x="5965" y="3662"/>
                  </a:lnTo>
                  <a:lnTo>
                    <a:pt x="5962" y="3625"/>
                  </a:lnTo>
                  <a:lnTo>
                    <a:pt x="5959" y="3586"/>
                  </a:lnTo>
                  <a:lnTo>
                    <a:pt x="5957" y="3546"/>
                  </a:lnTo>
                  <a:lnTo>
                    <a:pt x="5955" y="3502"/>
                  </a:lnTo>
                  <a:lnTo>
                    <a:pt x="5954" y="3411"/>
                  </a:lnTo>
                  <a:lnTo>
                    <a:pt x="5954" y="2265"/>
                  </a:lnTo>
                  <a:lnTo>
                    <a:pt x="6578" y="2265"/>
                  </a:lnTo>
                  <a:lnTo>
                    <a:pt x="6578" y="1528"/>
                  </a:lnTo>
                  <a:lnTo>
                    <a:pt x="5954" y="1528"/>
                  </a:lnTo>
                  <a:lnTo>
                    <a:pt x="5954" y="253"/>
                  </a:lnTo>
                  <a:lnTo>
                    <a:pt x="5091" y="253"/>
                  </a:lnTo>
                  <a:lnTo>
                    <a:pt x="5091" y="3417"/>
                  </a:lnTo>
                  <a:lnTo>
                    <a:pt x="5091" y="3417"/>
                  </a:lnTo>
                  <a:lnTo>
                    <a:pt x="5092" y="3515"/>
                  </a:lnTo>
                  <a:lnTo>
                    <a:pt x="5096" y="3610"/>
                  </a:lnTo>
                  <a:lnTo>
                    <a:pt x="5101" y="3700"/>
                  </a:lnTo>
                  <a:lnTo>
                    <a:pt x="5109" y="3787"/>
                  </a:lnTo>
                  <a:lnTo>
                    <a:pt x="5119" y="3869"/>
                  </a:lnTo>
                  <a:lnTo>
                    <a:pt x="5125" y="3909"/>
                  </a:lnTo>
                  <a:lnTo>
                    <a:pt x="5130" y="3947"/>
                  </a:lnTo>
                  <a:lnTo>
                    <a:pt x="5137" y="3985"/>
                  </a:lnTo>
                  <a:lnTo>
                    <a:pt x="5145" y="4022"/>
                  </a:lnTo>
                  <a:lnTo>
                    <a:pt x="5153" y="4057"/>
                  </a:lnTo>
                  <a:lnTo>
                    <a:pt x="5161" y="4092"/>
                  </a:lnTo>
                  <a:lnTo>
                    <a:pt x="5161" y="4092"/>
                  </a:lnTo>
                  <a:lnTo>
                    <a:pt x="5170" y="4125"/>
                  </a:lnTo>
                  <a:lnTo>
                    <a:pt x="5178" y="4158"/>
                  </a:lnTo>
                  <a:lnTo>
                    <a:pt x="5190" y="4189"/>
                  </a:lnTo>
                  <a:lnTo>
                    <a:pt x="5201" y="4220"/>
                  </a:lnTo>
                  <a:lnTo>
                    <a:pt x="5212" y="4250"/>
                  </a:lnTo>
                  <a:lnTo>
                    <a:pt x="5224" y="4279"/>
                  </a:lnTo>
                  <a:lnTo>
                    <a:pt x="5238" y="4307"/>
                  </a:lnTo>
                  <a:lnTo>
                    <a:pt x="5252" y="4335"/>
                  </a:lnTo>
                  <a:lnTo>
                    <a:pt x="5267" y="4362"/>
                  </a:lnTo>
                  <a:lnTo>
                    <a:pt x="5283" y="4388"/>
                  </a:lnTo>
                  <a:lnTo>
                    <a:pt x="5298" y="4413"/>
                  </a:lnTo>
                  <a:lnTo>
                    <a:pt x="5315" y="4437"/>
                  </a:lnTo>
                  <a:lnTo>
                    <a:pt x="5333" y="4460"/>
                  </a:lnTo>
                  <a:lnTo>
                    <a:pt x="5351" y="4483"/>
                  </a:lnTo>
                  <a:lnTo>
                    <a:pt x="5370" y="4505"/>
                  </a:lnTo>
                  <a:lnTo>
                    <a:pt x="5390" y="4527"/>
                  </a:lnTo>
                  <a:lnTo>
                    <a:pt x="5390" y="4527"/>
                  </a:lnTo>
                  <a:lnTo>
                    <a:pt x="5410" y="4547"/>
                  </a:lnTo>
                  <a:lnTo>
                    <a:pt x="5432" y="4566"/>
                  </a:lnTo>
                  <a:lnTo>
                    <a:pt x="5454" y="4585"/>
                  </a:lnTo>
                  <a:lnTo>
                    <a:pt x="5477" y="4603"/>
                  </a:lnTo>
                  <a:lnTo>
                    <a:pt x="5501" y="4620"/>
                  </a:lnTo>
                  <a:lnTo>
                    <a:pt x="5525" y="4636"/>
                  </a:lnTo>
                  <a:lnTo>
                    <a:pt x="5550" y="4652"/>
                  </a:lnTo>
                  <a:lnTo>
                    <a:pt x="5576" y="4668"/>
                  </a:lnTo>
                  <a:lnTo>
                    <a:pt x="5603" y="4682"/>
                  </a:lnTo>
                  <a:lnTo>
                    <a:pt x="5631" y="4696"/>
                  </a:lnTo>
                  <a:lnTo>
                    <a:pt x="5659" y="4708"/>
                  </a:lnTo>
                  <a:lnTo>
                    <a:pt x="5688" y="4720"/>
                  </a:lnTo>
                  <a:lnTo>
                    <a:pt x="5717" y="4733"/>
                  </a:lnTo>
                  <a:lnTo>
                    <a:pt x="5748" y="4743"/>
                  </a:lnTo>
                  <a:lnTo>
                    <a:pt x="5779" y="4753"/>
                  </a:lnTo>
                  <a:lnTo>
                    <a:pt x="5812" y="4762"/>
                  </a:lnTo>
                  <a:lnTo>
                    <a:pt x="5812" y="4762"/>
                  </a:lnTo>
                  <a:lnTo>
                    <a:pt x="5844" y="4771"/>
                  </a:lnTo>
                  <a:lnTo>
                    <a:pt x="5879" y="4779"/>
                  </a:lnTo>
                  <a:lnTo>
                    <a:pt x="5915" y="4786"/>
                  </a:lnTo>
                  <a:lnTo>
                    <a:pt x="5950" y="4793"/>
                  </a:lnTo>
                  <a:lnTo>
                    <a:pt x="5989" y="4800"/>
                  </a:lnTo>
                  <a:lnTo>
                    <a:pt x="6027" y="4807"/>
                  </a:lnTo>
                  <a:lnTo>
                    <a:pt x="6066" y="4811"/>
                  </a:lnTo>
                  <a:lnTo>
                    <a:pt x="6107" y="4817"/>
                  </a:lnTo>
                  <a:lnTo>
                    <a:pt x="6191" y="4825"/>
                  </a:lnTo>
                  <a:lnTo>
                    <a:pt x="6280" y="4830"/>
                  </a:lnTo>
                  <a:lnTo>
                    <a:pt x="6373" y="4834"/>
                  </a:lnTo>
                  <a:lnTo>
                    <a:pt x="6469" y="4835"/>
                  </a:lnTo>
                  <a:lnTo>
                    <a:pt x="6578" y="4835"/>
                  </a:lnTo>
                  <a:close/>
                  <a:moveTo>
                    <a:pt x="11520" y="4801"/>
                  </a:moveTo>
                  <a:lnTo>
                    <a:pt x="11520" y="0"/>
                  </a:lnTo>
                  <a:lnTo>
                    <a:pt x="10658" y="0"/>
                  </a:lnTo>
                  <a:lnTo>
                    <a:pt x="10658" y="4801"/>
                  </a:lnTo>
                  <a:lnTo>
                    <a:pt x="11520" y="4801"/>
                  </a:lnTo>
                  <a:close/>
                  <a:moveTo>
                    <a:pt x="4260" y="1850"/>
                  </a:moveTo>
                  <a:lnTo>
                    <a:pt x="4260" y="1850"/>
                  </a:lnTo>
                  <a:lnTo>
                    <a:pt x="4237" y="1826"/>
                  </a:lnTo>
                  <a:lnTo>
                    <a:pt x="4214" y="1804"/>
                  </a:lnTo>
                  <a:lnTo>
                    <a:pt x="4190" y="1781"/>
                  </a:lnTo>
                  <a:lnTo>
                    <a:pt x="4166" y="1759"/>
                  </a:lnTo>
                  <a:lnTo>
                    <a:pt x="4141" y="1739"/>
                  </a:lnTo>
                  <a:lnTo>
                    <a:pt x="4115" y="1719"/>
                  </a:lnTo>
                  <a:lnTo>
                    <a:pt x="4089" y="1700"/>
                  </a:lnTo>
                  <a:lnTo>
                    <a:pt x="4062" y="1681"/>
                  </a:lnTo>
                  <a:lnTo>
                    <a:pt x="4036" y="1663"/>
                  </a:lnTo>
                  <a:lnTo>
                    <a:pt x="4008" y="1646"/>
                  </a:lnTo>
                  <a:lnTo>
                    <a:pt x="3980" y="1629"/>
                  </a:lnTo>
                  <a:lnTo>
                    <a:pt x="3950" y="1614"/>
                  </a:lnTo>
                  <a:lnTo>
                    <a:pt x="3921" y="1599"/>
                  </a:lnTo>
                  <a:lnTo>
                    <a:pt x="3891" y="1585"/>
                  </a:lnTo>
                  <a:lnTo>
                    <a:pt x="3860" y="1572"/>
                  </a:lnTo>
                  <a:lnTo>
                    <a:pt x="3829" y="1560"/>
                  </a:lnTo>
                  <a:lnTo>
                    <a:pt x="3797" y="1547"/>
                  </a:lnTo>
                  <a:lnTo>
                    <a:pt x="3766" y="1536"/>
                  </a:lnTo>
                  <a:lnTo>
                    <a:pt x="3732" y="1526"/>
                  </a:lnTo>
                  <a:lnTo>
                    <a:pt x="3699" y="1517"/>
                  </a:lnTo>
                  <a:lnTo>
                    <a:pt x="3665" y="1508"/>
                  </a:lnTo>
                  <a:lnTo>
                    <a:pt x="3631" y="1500"/>
                  </a:lnTo>
                  <a:lnTo>
                    <a:pt x="3595" y="1492"/>
                  </a:lnTo>
                  <a:lnTo>
                    <a:pt x="3561" y="1486"/>
                  </a:lnTo>
                  <a:lnTo>
                    <a:pt x="3525" y="1480"/>
                  </a:lnTo>
                  <a:lnTo>
                    <a:pt x="3488" y="1475"/>
                  </a:lnTo>
                  <a:lnTo>
                    <a:pt x="3451" y="1471"/>
                  </a:lnTo>
                  <a:lnTo>
                    <a:pt x="3413" y="1468"/>
                  </a:lnTo>
                  <a:lnTo>
                    <a:pt x="3375" y="1465"/>
                  </a:lnTo>
                  <a:lnTo>
                    <a:pt x="3336" y="1463"/>
                  </a:lnTo>
                  <a:lnTo>
                    <a:pt x="3297" y="1462"/>
                  </a:lnTo>
                  <a:lnTo>
                    <a:pt x="3257" y="1462"/>
                  </a:lnTo>
                  <a:lnTo>
                    <a:pt x="3257" y="1462"/>
                  </a:lnTo>
                  <a:lnTo>
                    <a:pt x="3219" y="1462"/>
                  </a:lnTo>
                  <a:lnTo>
                    <a:pt x="3181" y="1463"/>
                  </a:lnTo>
                  <a:lnTo>
                    <a:pt x="3143" y="1467"/>
                  </a:lnTo>
                  <a:lnTo>
                    <a:pt x="3106" y="1470"/>
                  </a:lnTo>
                  <a:lnTo>
                    <a:pt x="3069" y="1474"/>
                  </a:lnTo>
                  <a:lnTo>
                    <a:pt x="3033" y="1479"/>
                  </a:lnTo>
                  <a:lnTo>
                    <a:pt x="2996" y="1486"/>
                  </a:lnTo>
                  <a:lnTo>
                    <a:pt x="2961" y="1493"/>
                  </a:lnTo>
                  <a:lnTo>
                    <a:pt x="2925" y="1501"/>
                  </a:lnTo>
                  <a:lnTo>
                    <a:pt x="2890" y="1511"/>
                  </a:lnTo>
                  <a:lnTo>
                    <a:pt x="2856" y="1521"/>
                  </a:lnTo>
                  <a:lnTo>
                    <a:pt x="2822" y="1533"/>
                  </a:lnTo>
                  <a:lnTo>
                    <a:pt x="2788" y="1545"/>
                  </a:lnTo>
                  <a:lnTo>
                    <a:pt x="2756" y="1558"/>
                  </a:lnTo>
                  <a:lnTo>
                    <a:pt x="2724" y="1572"/>
                  </a:lnTo>
                  <a:lnTo>
                    <a:pt x="2691" y="1588"/>
                  </a:lnTo>
                  <a:lnTo>
                    <a:pt x="2691" y="1588"/>
                  </a:lnTo>
                  <a:lnTo>
                    <a:pt x="2660" y="1603"/>
                  </a:lnTo>
                  <a:lnTo>
                    <a:pt x="2629" y="1620"/>
                  </a:lnTo>
                  <a:lnTo>
                    <a:pt x="2599" y="1638"/>
                  </a:lnTo>
                  <a:lnTo>
                    <a:pt x="2569" y="1657"/>
                  </a:lnTo>
                  <a:lnTo>
                    <a:pt x="2540" y="1676"/>
                  </a:lnTo>
                  <a:lnTo>
                    <a:pt x="2512" y="1696"/>
                  </a:lnTo>
                  <a:lnTo>
                    <a:pt x="2484" y="1716"/>
                  </a:lnTo>
                  <a:lnTo>
                    <a:pt x="2457" y="1738"/>
                  </a:lnTo>
                  <a:lnTo>
                    <a:pt x="2430" y="1760"/>
                  </a:lnTo>
                  <a:lnTo>
                    <a:pt x="2404" y="1784"/>
                  </a:lnTo>
                  <a:lnTo>
                    <a:pt x="2378" y="1807"/>
                  </a:lnTo>
                  <a:lnTo>
                    <a:pt x="2355" y="1832"/>
                  </a:lnTo>
                  <a:lnTo>
                    <a:pt x="2330" y="1856"/>
                  </a:lnTo>
                  <a:lnTo>
                    <a:pt x="2307" y="1882"/>
                  </a:lnTo>
                  <a:lnTo>
                    <a:pt x="2284" y="1909"/>
                  </a:lnTo>
                  <a:lnTo>
                    <a:pt x="2263" y="1937"/>
                  </a:lnTo>
                  <a:lnTo>
                    <a:pt x="2216" y="1998"/>
                  </a:lnTo>
                  <a:lnTo>
                    <a:pt x="2216" y="1943"/>
                  </a:lnTo>
                  <a:lnTo>
                    <a:pt x="2216" y="1528"/>
                  </a:lnTo>
                  <a:lnTo>
                    <a:pt x="1365" y="1528"/>
                  </a:lnTo>
                  <a:lnTo>
                    <a:pt x="1365" y="4801"/>
                  </a:lnTo>
                  <a:lnTo>
                    <a:pt x="2223" y="4801"/>
                  </a:lnTo>
                  <a:lnTo>
                    <a:pt x="2223" y="3179"/>
                  </a:lnTo>
                  <a:lnTo>
                    <a:pt x="2223" y="3179"/>
                  </a:lnTo>
                  <a:lnTo>
                    <a:pt x="2224" y="3119"/>
                  </a:lnTo>
                  <a:lnTo>
                    <a:pt x="2224" y="3119"/>
                  </a:lnTo>
                  <a:lnTo>
                    <a:pt x="2226" y="3063"/>
                  </a:lnTo>
                  <a:lnTo>
                    <a:pt x="2230" y="3008"/>
                  </a:lnTo>
                  <a:lnTo>
                    <a:pt x="2236" y="2956"/>
                  </a:lnTo>
                  <a:lnTo>
                    <a:pt x="2243" y="2905"/>
                  </a:lnTo>
                  <a:lnTo>
                    <a:pt x="2252" y="2856"/>
                  </a:lnTo>
                  <a:lnTo>
                    <a:pt x="2262" y="2809"/>
                  </a:lnTo>
                  <a:lnTo>
                    <a:pt x="2274" y="2763"/>
                  </a:lnTo>
                  <a:lnTo>
                    <a:pt x="2288" y="2719"/>
                  </a:lnTo>
                  <a:lnTo>
                    <a:pt x="2302" y="2678"/>
                  </a:lnTo>
                  <a:lnTo>
                    <a:pt x="2319" y="2639"/>
                  </a:lnTo>
                  <a:lnTo>
                    <a:pt x="2337" y="2600"/>
                  </a:lnTo>
                  <a:lnTo>
                    <a:pt x="2357" y="2565"/>
                  </a:lnTo>
                  <a:lnTo>
                    <a:pt x="2378" y="2531"/>
                  </a:lnTo>
                  <a:lnTo>
                    <a:pt x="2401" y="2498"/>
                  </a:lnTo>
                  <a:lnTo>
                    <a:pt x="2425" y="2468"/>
                  </a:lnTo>
                  <a:lnTo>
                    <a:pt x="2451" y="2440"/>
                  </a:lnTo>
                  <a:lnTo>
                    <a:pt x="2451" y="2440"/>
                  </a:lnTo>
                  <a:lnTo>
                    <a:pt x="2480" y="2412"/>
                  </a:lnTo>
                  <a:lnTo>
                    <a:pt x="2509" y="2386"/>
                  </a:lnTo>
                  <a:lnTo>
                    <a:pt x="2540" y="2362"/>
                  </a:lnTo>
                  <a:lnTo>
                    <a:pt x="2571" y="2339"/>
                  </a:lnTo>
                  <a:lnTo>
                    <a:pt x="2602" y="2318"/>
                  </a:lnTo>
                  <a:lnTo>
                    <a:pt x="2635" y="2299"/>
                  </a:lnTo>
                  <a:lnTo>
                    <a:pt x="2669" y="2282"/>
                  </a:lnTo>
                  <a:lnTo>
                    <a:pt x="2702" y="2267"/>
                  </a:lnTo>
                  <a:lnTo>
                    <a:pt x="2737" y="2253"/>
                  </a:lnTo>
                  <a:lnTo>
                    <a:pt x="2773" y="2241"/>
                  </a:lnTo>
                  <a:lnTo>
                    <a:pt x="2809" y="2231"/>
                  </a:lnTo>
                  <a:lnTo>
                    <a:pt x="2846" y="2223"/>
                  </a:lnTo>
                  <a:lnTo>
                    <a:pt x="2883" y="2216"/>
                  </a:lnTo>
                  <a:lnTo>
                    <a:pt x="2921" y="2212"/>
                  </a:lnTo>
                  <a:lnTo>
                    <a:pt x="2959" y="2209"/>
                  </a:lnTo>
                  <a:lnTo>
                    <a:pt x="2998" y="2208"/>
                  </a:lnTo>
                  <a:lnTo>
                    <a:pt x="2998" y="2208"/>
                  </a:lnTo>
                  <a:lnTo>
                    <a:pt x="3044" y="2208"/>
                  </a:lnTo>
                  <a:lnTo>
                    <a:pt x="3089" y="2212"/>
                  </a:lnTo>
                  <a:lnTo>
                    <a:pt x="3132" y="2216"/>
                  </a:lnTo>
                  <a:lnTo>
                    <a:pt x="3174" y="2222"/>
                  </a:lnTo>
                  <a:lnTo>
                    <a:pt x="3214" y="2231"/>
                  </a:lnTo>
                  <a:lnTo>
                    <a:pt x="3253" y="2240"/>
                  </a:lnTo>
                  <a:lnTo>
                    <a:pt x="3290" y="2252"/>
                  </a:lnTo>
                  <a:lnTo>
                    <a:pt x="3327" y="2264"/>
                  </a:lnTo>
                  <a:lnTo>
                    <a:pt x="3361" y="2280"/>
                  </a:lnTo>
                  <a:lnTo>
                    <a:pt x="3395" y="2297"/>
                  </a:lnTo>
                  <a:lnTo>
                    <a:pt x="3426" y="2315"/>
                  </a:lnTo>
                  <a:lnTo>
                    <a:pt x="3456" y="2336"/>
                  </a:lnTo>
                  <a:lnTo>
                    <a:pt x="3485" y="2357"/>
                  </a:lnTo>
                  <a:lnTo>
                    <a:pt x="3512" y="2382"/>
                  </a:lnTo>
                  <a:lnTo>
                    <a:pt x="3539" y="2407"/>
                  </a:lnTo>
                  <a:lnTo>
                    <a:pt x="3563" y="2435"/>
                  </a:lnTo>
                  <a:lnTo>
                    <a:pt x="3563" y="2435"/>
                  </a:lnTo>
                  <a:lnTo>
                    <a:pt x="3585" y="2463"/>
                  </a:lnTo>
                  <a:lnTo>
                    <a:pt x="3606" y="2493"/>
                  </a:lnTo>
                  <a:lnTo>
                    <a:pt x="3625" y="2524"/>
                  </a:lnTo>
                  <a:lnTo>
                    <a:pt x="3645" y="2557"/>
                  </a:lnTo>
                  <a:lnTo>
                    <a:pt x="3660" y="2591"/>
                  </a:lnTo>
                  <a:lnTo>
                    <a:pt x="3676" y="2626"/>
                  </a:lnTo>
                  <a:lnTo>
                    <a:pt x="3690" y="2664"/>
                  </a:lnTo>
                  <a:lnTo>
                    <a:pt x="3703" y="2702"/>
                  </a:lnTo>
                  <a:lnTo>
                    <a:pt x="3713" y="2743"/>
                  </a:lnTo>
                  <a:lnTo>
                    <a:pt x="3723" y="2784"/>
                  </a:lnTo>
                  <a:lnTo>
                    <a:pt x="3731" y="2827"/>
                  </a:lnTo>
                  <a:lnTo>
                    <a:pt x="3738" y="2872"/>
                  </a:lnTo>
                  <a:lnTo>
                    <a:pt x="3743" y="2916"/>
                  </a:lnTo>
                  <a:lnTo>
                    <a:pt x="3747" y="2963"/>
                  </a:lnTo>
                  <a:lnTo>
                    <a:pt x="3750" y="3012"/>
                  </a:lnTo>
                  <a:lnTo>
                    <a:pt x="3750" y="3062"/>
                  </a:lnTo>
                  <a:lnTo>
                    <a:pt x="3751" y="3062"/>
                  </a:lnTo>
                  <a:lnTo>
                    <a:pt x="3751" y="3069"/>
                  </a:lnTo>
                  <a:lnTo>
                    <a:pt x="3751" y="3069"/>
                  </a:lnTo>
                  <a:lnTo>
                    <a:pt x="3751" y="3070"/>
                  </a:lnTo>
                  <a:lnTo>
                    <a:pt x="3751" y="3070"/>
                  </a:lnTo>
                  <a:lnTo>
                    <a:pt x="3751" y="4801"/>
                  </a:lnTo>
                  <a:lnTo>
                    <a:pt x="4620" y="4801"/>
                  </a:lnTo>
                  <a:lnTo>
                    <a:pt x="4620" y="2943"/>
                  </a:lnTo>
                  <a:lnTo>
                    <a:pt x="4620" y="2943"/>
                  </a:lnTo>
                  <a:lnTo>
                    <a:pt x="4620" y="2900"/>
                  </a:lnTo>
                  <a:lnTo>
                    <a:pt x="4619" y="2857"/>
                  </a:lnTo>
                  <a:lnTo>
                    <a:pt x="4617" y="2814"/>
                  </a:lnTo>
                  <a:lnTo>
                    <a:pt x="4615" y="2773"/>
                  </a:lnTo>
                  <a:lnTo>
                    <a:pt x="4612" y="2732"/>
                  </a:lnTo>
                  <a:lnTo>
                    <a:pt x="4608" y="2691"/>
                  </a:lnTo>
                  <a:lnTo>
                    <a:pt x="4604" y="2651"/>
                  </a:lnTo>
                  <a:lnTo>
                    <a:pt x="4598" y="2612"/>
                  </a:lnTo>
                  <a:lnTo>
                    <a:pt x="4592" y="2574"/>
                  </a:lnTo>
                  <a:lnTo>
                    <a:pt x="4586" y="2535"/>
                  </a:lnTo>
                  <a:lnTo>
                    <a:pt x="4578" y="2497"/>
                  </a:lnTo>
                  <a:lnTo>
                    <a:pt x="4570" y="2460"/>
                  </a:lnTo>
                  <a:lnTo>
                    <a:pt x="4561" y="2425"/>
                  </a:lnTo>
                  <a:lnTo>
                    <a:pt x="4551" y="2389"/>
                  </a:lnTo>
                  <a:lnTo>
                    <a:pt x="4541" y="2353"/>
                  </a:lnTo>
                  <a:lnTo>
                    <a:pt x="4530" y="2319"/>
                  </a:lnTo>
                  <a:lnTo>
                    <a:pt x="4519" y="2284"/>
                  </a:lnTo>
                  <a:lnTo>
                    <a:pt x="4506" y="2252"/>
                  </a:lnTo>
                  <a:lnTo>
                    <a:pt x="4493" y="2218"/>
                  </a:lnTo>
                  <a:lnTo>
                    <a:pt x="4479" y="2187"/>
                  </a:lnTo>
                  <a:lnTo>
                    <a:pt x="4465" y="2156"/>
                  </a:lnTo>
                  <a:lnTo>
                    <a:pt x="4450" y="2124"/>
                  </a:lnTo>
                  <a:lnTo>
                    <a:pt x="4434" y="2094"/>
                  </a:lnTo>
                  <a:lnTo>
                    <a:pt x="4418" y="2065"/>
                  </a:lnTo>
                  <a:lnTo>
                    <a:pt x="4400" y="2036"/>
                  </a:lnTo>
                  <a:lnTo>
                    <a:pt x="4382" y="2007"/>
                  </a:lnTo>
                  <a:lnTo>
                    <a:pt x="4364" y="1980"/>
                  </a:lnTo>
                  <a:lnTo>
                    <a:pt x="4345" y="1953"/>
                  </a:lnTo>
                  <a:lnTo>
                    <a:pt x="4325" y="1926"/>
                  </a:lnTo>
                  <a:lnTo>
                    <a:pt x="4303" y="1900"/>
                  </a:lnTo>
                  <a:lnTo>
                    <a:pt x="4282" y="1874"/>
                  </a:lnTo>
                  <a:lnTo>
                    <a:pt x="4260" y="1850"/>
                  </a:lnTo>
                  <a:lnTo>
                    <a:pt x="4260" y="1850"/>
                  </a:lnTo>
                  <a:close/>
                  <a:moveTo>
                    <a:pt x="10208" y="3158"/>
                  </a:moveTo>
                  <a:lnTo>
                    <a:pt x="10208" y="3158"/>
                  </a:lnTo>
                  <a:lnTo>
                    <a:pt x="10208" y="3114"/>
                  </a:lnTo>
                  <a:lnTo>
                    <a:pt x="10207" y="3071"/>
                  </a:lnTo>
                  <a:lnTo>
                    <a:pt x="10204" y="3027"/>
                  </a:lnTo>
                  <a:lnTo>
                    <a:pt x="10200" y="2985"/>
                  </a:lnTo>
                  <a:lnTo>
                    <a:pt x="10196" y="2942"/>
                  </a:lnTo>
                  <a:lnTo>
                    <a:pt x="10191" y="2900"/>
                  </a:lnTo>
                  <a:lnTo>
                    <a:pt x="10185" y="2857"/>
                  </a:lnTo>
                  <a:lnTo>
                    <a:pt x="10177" y="2816"/>
                  </a:lnTo>
                  <a:lnTo>
                    <a:pt x="10169" y="2774"/>
                  </a:lnTo>
                  <a:lnTo>
                    <a:pt x="10160" y="2734"/>
                  </a:lnTo>
                  <a:lnTo>
                    <a:pt x="10150" y="2693"/>
                  </a:lnTo>
                  <a:lnTo>
                    <a:pt x="10139" y="2653"/>
                  </a:lnTo>
                  <a:lnTo>
                    <a:pt x="10126" y="2613"/>
                  </a:lnTo>
                  <a:lnTo>
                    <a:pt x="10113" y="2574"/>
                  </a:lnTo>
                  <a:lnTo>
                    <a:pt x="10100" y="2534"/>
                  </a:lnTo>
                  <a:lnTo>
                    <a:pt x="10084" y="2496"/>
                  </a:lnTo>
                  <a:lnTo>
                    <a:pt x="10084" y="2496"/>
                  </a:lnTo>
                  <a:lnTo>
                    <a:pt x="10068" y="2458"/>
                  </a:lnTo>
                  <a:lnTo>
                    <a:pt x="10051" y="2420"/>
                  </a:lnTo>
                  <a:lnTo>
                    <a:pt x="10035" y="2383"/>
                  </a:lnTo>
                  <a:lnTo>
                    <a:pt x="10016" y="2347"/>
                  </a:lnTo>
                  <a:lnTo>
                    <a:pt x="9997" y="2311"/>
                  </a:lnTo>
                  <a:lnTo>
                    <a:pt x="9977" y="2276"/>
                  </a:lnTo>
                  <a:lnTo>
                    <a:pt x="9956" y="2241"/>
                  </a:lnTo>
                  <a:lnTo>
                    <a:pt x="9935" y="2207"/>
                  </a:lnTo>
                  <a:lnTo>
                    <a:pt x="9912" y="2174"/>
                  </a:lnTo>
                  <a:lnTo>
                    <a:pt x="9890" y="2141"/>
                  </a:lnTo>
                  <a:lnTo>
                    <a:pt x="9867" y="2109"/>
                  </a:lnTo>
                  <a:lnTo>
                    <a:pt x="9842" y="2076"/>
                  </a:lnTo>
                  <a:lnTo>
                    <a:pt x="9817" y="2046"/>
                  </a:lnTo>
                  <a:lnTo>
                    <a:pt x="9791" y="2014"/>
                  </a:lnTo>
                  <a:lnTo>
                    <a:pt x="9765" y="1985"/>
                  </a:lnTo>
                  <a:lnTo>
                    <a:pt x="9737" y="1956"/>
                  </a:lnTo>
                  <a:lnTo>
                    <a:pt x="9737" y="1956"/>
                  </a:lnTo>
                  <a:lnTo>
                    <a:pt x="9709" y="1927"/>
                  </a:lnTo>
                  <a:lnTo>
                    <a:pt x="9681" y="1899"/>
                  </a:lnTo>
                  <a:lnTo>
                    <a:pt x="9650" y="1872"/>
                  </a:lnTo>
                  <a:lnTo>
                    <a:pt x="9620" y="1846"/>
                  </a:lnTo>
                  <a:lnTo>
                    <a:pt x="9590" y="1821"/>
                  </a:lnTo>
                  <a:lnTo>
                    <a:pt x="9558" y="1796"/>
                  </a:lnTo>
                  <a:lnTo>
                    <a:pt x="9526" y="1772"/>
                  </a:lnTo>
                  <a:lnTo>
                    <a:pt x="9492" y="1749"/>
                  </a:lnTo>
                  <a:lnTo>
                    <a:pt x="9459" y="1726"/>
                  </a:lnTo>
                  <a:lnTo>
                    <a:pt x="9424" y="1705"/>
                  </a:lnTo>
                  <a:lnTo>
                    <a:pt x="9389" y="1684"/>
                  </a:lnTo>
                  <a:lnTo>
                    <a:pt x="9353" y="1664"/>
                  </a:lnTo>
                  <a:lnTo>
                    <a:pt x="9316" y="1645"/>
                  </a:lnTo>
                  <a:lnTo>
                    <a:pt x="9279" y="1627"/>
                  </a:lnTo>
                  <a:lnTo>
                    <a:pt x="9242" y="1609"/>
                  </a:lnTo>
                  <a:lnTo>
                    <a:pt x="9203" y="1592"/>
                  </a:lnTo>
                  <a:lnTo>
                    <a:pt x="9203" y="1592"/>
                  </a:lnTo>
                  <a:lnTo>
                    <a:pt x="9165" y="1576"/>
                  </a:lnTo>
                  <a:lnTo>
                    <a:pt x="9125" y="1562"/>
                  </a:lnTo>
                  <a:lnTo>
                    <a:pt x="9086" y="1548"/>
                  </a:lnTo>
                  <a:lnTo>
                    <a:pt x="9044" y="1535"/>
                  </a:lnTo>
                  <a:lnTo>
                    <a:pt x="9004" y="1524"/>
                  </a:lnTo>
                  <a:lnTo>
                    <a:pt x="8961" y="1512"/>
                  </a:lnTo>
                  <a:lnTo>
                    <a:pt x="8920" y="1503"/>
                  </a:lnTo>
                  <a:lnTo>
                    <a:pt x="8877" y="1495"/>
                  </a:lnTo>
                  <a:lnTo>
                    <a:pt x="8833" y="1487"/>
                  </a:lnTo>
                  <a:lnTo>
                    <a:pt x="8790" y="1480"/>
                  </a:lnTo>
                  <a:lnTo>
                    <a:pt x="8746" y="1474"/>
                  </a:lnTo>
                  <a:lnTo>
                    <a:pt x="8701" y="1470"/>
                  </a:lnTo>
                  <a:lnTo>
                    <a:pt x="8656" y="1467"/>
                  </a:lnTo>
                  <a:lnTo>
                    <a:pt x="8610" y="1463"/>
                  </a:lnTo>
                  <a:lnTo>
                    <a:pt x="8566" y="1462"/>
                  </a:lnTo>
                  <a:lnTo>
                    <a:pt x="8519" y="1462"/>
                  </a:lnTo>
                  <a:lnTo>
                    <a:pt x="8519" y="1462"/>
                  </a:lnTo>
                  <a:lnTo>
                    <a:pt x="8475" y="1462"/>
                  </a:lnTo>
                  <a:lnTo>
                    <a:pt x="8431" y="1463"/>
                  </a:lnTo>
                  <a:lnTo>
                    <a:pt x="8389" y="1467"/>
                  </a:lnTo>
                  <a:lnTo>
                    <a:pt x="8345" y="1470"/>
                  </a:lnTo>
                  <a:lnTo>
                    <a:pt x="8302" y="1474"/>
                  </a:lnTo>
                  <a:lnTo>
                    <a:pt x="8260" y="1480"/>
                  </a:lnTo>
                  <a:lnTo>
                    <a:pt x="8218" y="1488"/>
                  </a:lnTo>
                  <a:lnTo>
                    <a:pt x="8176" y="1496"/>
                  </a:lnTo>
                  <a:lnTo>
                    <a:pt x="8134" y="1505"/>
                  </a:lnTo>
                  <a:lnTo>
                    <a:pt x="8093" y="1514"/>
                  </a:lnTo>
                  <a:lnTo>
                    <a:pt x="8052" y="1525"/>
                  </a:lnTo>
                  <a:lnTo>
                    <a:pt x="8012" y="1537"/>
                  </a:lnTo>
                  <a:lnTo>
                    <a:pt x="7972" y="1551"/>
                  </a:lnTo>
                  <a:lnTo>
                    <a:pt x="7933" y="1564"/>
                  </a:lnTo>
                  <a:lnTo>
                    <a:pt x="7893" y="1580"/>
                  </a:lnTo>
                  <a:lnTo>
                    <a:pt x="7854" y="1595"/>
                  </a:lnTo>
                  <a:lnTo>
                    <a:pt x="7854" y="1595"/>
                  </a:lnTo>
                  <a:lnTo>
                    <a:pt x="7816" y="1613"/>
                  </a:lnTo>
                  <a:lnTo>
                    <a:pt x="7778" y="1631"/>
                  </a:lnTo>
                  <a:lnTo>
                    <a:pt x="7741" y="1649"/>
                  </a:lnTo>
                  <a:lnTo>
                    <a:pt x="7704" y="1668"/>
                  </a:lnTo>
                  <a:lnTo>
                    <a:pt x="7668" y="1688"/>
                  </a:lnTo>
                  <a:lnTo>
                    <a:pt x="7632" y="1710"/>
                  </a:lnTo>
                  <a:lnTo>
                    <a:pt x="7598" y="1731"/>
                  </a:lnTo>
                  <a:lnTo>
                    <a:pt x="7564" y="1753"/>
                  </a:lnTo>
                  <a:lnTo>
                    <a:pt x="7530" y="1777"/>
                  </a:lnTo>
                  <a:lnTo>
                    <a:pt x="7497" y="1800"/>
                  </a:lnTo>
                  <a:lnTo>
                    <a:pt x="7464" y="1825"/>
                  </a:lnTo>
                  <a:lnTo>
                    <a:pt x="7433" y="1851"/>
                  </a:lnTo>
                  <a:lnTo>
                    <a:pt x="7403" y="1877"/>
                  </a:lnTo>
                  <a:lnTo>
                    <a:pt x="7372" y="1904"/>
                  </a:lnTo>
                  <a:lnTo>
                    <a:pt x="7342" y="1932"/>
                  </a:lnTo>
                  <a:lnTo>
                    <a:pt x="7314" y="1960"/>
                  </a:lnTo>
                  <a:lnTo>
                    <a:pt x="7314" y="1960"/>
                  </a:lnTo>
                  <a:lnTo>
                    <a:pt x="7285" y="1989"/>
                  </a:lnTo>
                  <a:lnTo>
                    <a:pt x="7258" y="2018"/>
                  </a:lnTo>
                  <a:lnTo>
                    <a:pt x="7231" y="2048"/>
                  </a:lnTo>
                  <a:lnTo>
                    <a:pt x="7205" y="2079"/>
                  </a:lnTo>
                  <a:lnTo>
                    <a:pt x="7180" y="2111"/>
                  </a:lnTo>
                  <a:lnTo>
                    <a:pt x="7155" y="2143"/>
                  </a:lnTo>
                  <a:lnTo>
                    <a:pt x="7131" y="2176"/>
                  </a:lnTo>
                  <a:lnTo>
                    <a:pt x="7108" y="2209"/>
                  </a:lnTo>
                  <a:lnTo>
                    <a:pt x="7086" y="2243"/>
                  </a:lnTo>
                  <a:lnTo>
                    <a:pt x="7064" y="2278"/>
                  </a:lnTo>
                  <a:lnTo>
                    <a:pt x="7043" y="2314"/>
                  </a:lnTo>
                  <a:lnTo>
                    <a:pt x="7023" y="2349"/>
                  </a:lnTo>
                  <a:lnTo>
                    <a:pt x="7004" y="2386"/>
                  </a:lnTo>
                  <a:lnTo>
                    <a:pt x="6985" y="2423"/>
                  </a:lnTo>
                  <a:lnTo>
                    <a:pt x="6967" y="2462"/>
                  </a:lnTo>
                  <a:lnTo>
                    <a:pt x="6950" y="2500"/>
                  </a:lnTo>
                  <a:lnTo>
                    <a:pt x="6950" y="2500"/>
                  </a:lnTo>
                  <a:lnTo>
                    <a:pt x="6934" y="2539"/>
                  </a:lnTo>
                  <a:lnTo>
                    <a:pt x="6919" y="2578"/>
                  </a:lnTo>
                  <a:lnTo>
                    <a:pt x="6904" y="2617"/>
                  </a:lnTo>
                  <a:lnTo>
                    <a:pt x="6892" y="2658"/>
                  </a:lnTo>
                  <a:lnTo>
                    <a:pt x="6879" y="2698"/>
                  </a:lnTo>
                  <a:lnTo>
                    <a:pt x="6868" y="2739"/>
                  </a:lnTo>
                  <a:lnTo>
                    <a:pt x="6858" y="2780"/>
                  </a:lnTo>
                  <a:lnTo>
                    <a:pt x="6849" y="2821"/>
                  </a:lnTo>
                  <a:lnTo>
                    <a:pt x="6841" y="2864"/>
                  </a:lnTo>
                  <a:lnTo>
                    <a:pt x="6835" y="2905"/>
                  </a:lnTo>
                  <a:lnTo>
                    <a:pt x="6829" y="2948"/>
                  </a:lnTo>
                  <a:lnTo>
                    <a:pt x="6824" y="2990"/>
                  </a:lnTo>
                  <a:lnTo>
                    <a:pt x="6821" y="3034"/>
                  </a:lnTo>
                  <a:lnTo>
                    <a:pt x="6818" y="3077"/>
                  </a:lnTo>
                  <a:lnTo>
                    <a:pt x="6817" y="3120"/>
                  </a:lnTo>
                  <a:lnTo>
                    <a:pt x="6815" y="3164"/>
                  </a:lnTo>
                  <a:lnTo>
                    <a:pt x="6815" y="3164"/>
                  </a:lnTo>
                  <a:lnTo>
                    <a:pt x="6817" y="3209"/>
                  </a:lnTo>
                  <a:lnTo>
                    <a:pt x="6818" y="3253"/>
                  </a:lnTo>
                  <a:lnTo>
                    <a:pt x="6820" y="3295"/>
                  </a:lnTo>
                  <a:lnTo>
                    <a:pt x="6823" y="3339"/>
                  </a:lnTo>
                  <a:lnTo>
                    <a:pt x="6829" y="3381"/>
                  </a:lnTo>
                  <a:lnTo>
                    <a:pt x="6833" y="3424"/>
                  </a:lnTo>
                  <a:lnTo>
                    <a:pt x="6840" y="3467"/>
                  </a:lnTo>
                  <a:lnTo>
                    <a:pt x="6848" y="3508"/>
                  </a:lnTo>
                  <a:lnTo>
                    <a:pt x="6857" y="3549"/>
                  </a:lnTo>
                  <a:lnTo>
                    <a:pt x="6866" y="3591"/>
                  </a:lnTo>
                  <a:lnTo>
                    <a:pt x="6876" y="3631"/>
                  </a:lnTo>
                  <a:lnTo>
                    <a:pt x="6888" y="3672"/>
                  </a:lnTo>
                  <a:lnTo>
                    <a:pt x="6901" y="3712"/>
                  </a:lnTo>
                  <a:lnTo>
                    <a:pt x="6914" y="3751"/>
                  </a:lnTo>
                  <a:lnTo>
                    <a:pt x="6929" y="3790"/>
                  </a:lnTo>
                  <a:lnTo>
                    <a:pt x="6943" y="3830"/>
                  </a:lnTo>
                  <a:lnTo>
                    <a:pt x="6943" y="3830"/>
                  </a:lnTo>
                  <a:lnTo>
                    <a:pt x="6960" y="3868"/>
                  </a:lnTo>
                  <a:lnTo>
                    <a:pt x="6977" y="3906"/>
                  </a:lnTo>
                  <a:lnTo>
                    <a:pt x="6995" y="3943"/>
                  </a:lnTo>
                  <a:lnTo>
                    <a:pt x="7014" y="3980"/>
                  </a:lnTo>
                  <a:lnTo>
                    <a:pt x="7033" y="4016"/>
                  </a:lnTo>
                  <a:lnTo>
                    <a:pt x="7053" y="4051"/>
                  </a:lnTo>
                  <a:lnTo>
                    <a:pt x="7074" y="4086"/>
                  </a:lnTo>
                  <a:lnTo>
                    <a:pt x="7096" y="4120"/>
                  </a:lnTo>
                  <a:lnTo>
                    <a:pt x="7118" y="4153"/>
                  </a:lnTo>
                  <a:lnTo>
                    <a:pt x="7142" y="4187"/>
                  </a:lnTo>
                  <a:lnTo>
                    <a:pt x="7166" y="4218"/>
                  </a:lnTo>
                  <a:lnTo>
                    <a:pt x="7191" y="4251"/>
                  </a:lnTo>
                  <a:lnTo>
                    <a:pt x="7217" y="4281"/>
                  </a:lnTo>
                  <a:lnTo>
                    <a:pt x="7242" y="4311"/>
                  </a:lnTo>
                  <a:lnTo>
                    <a:pt x="7269" y="4342"/>
                  </a:lnTo>
                  <a:lnTo>
                    <a:pt x="7297" y="4370"/>
                  </a:lnTo>
                  <a:lnTo>
                    <a:pt x="7297" y="4370"/>
                  </a:lnTo>
                  <a:lnTo>
                    <a:pt x="7325" y="4398"/>
                  </a:lnTo>
                  <a:lnTo>
                    <a:pt x="7354" y="4426"/>
                  </a:lnTo>
                  <a:lnTo>
                    <a:pt x="7385" y="4453"/>
                  </a:lnTo>
                  <a:lnTo>
                    <a:pt x="7416" y="4478"/>
                  </a:lnTo>
                  <a:lnTo>
                    <a:pt x="7447" y="4504"/>
                  </a:lnTo>
                  <a:lnTo>
                    <a:pt x="7480" y="4529"/>
                  </a:lnTo>
                  <a:lnTo>
                    <a:pt x="7514" y="4552"/>
                  </a:lnTo>
                  <a:lnTo>
                    <a:pt x="7547" y="4576"/>
                  </a:lnTo>
                  <a:lnTo>
                    <a:pt x="7582" y="4598"/>
                  </a:lnTo>
                  <a:lnTo>
                    <a:pt x="7617" y="4620"/>
                  </a:lnTo>
                  <a:lnTo>
                    <a:pt x="7652" y="4640"/>
                  </a:lnTo>
                  <a:lnTo>
                    <a:pt x="7689" y="4660"/>
                  </a:lnTo>
                  <a:lnTo>
                    <a:pt x="7728" y="4680"/>
                  </a:lnTo>
                  <a:lnTo>
                    <a:pt x="7766" y="4698"/>
                  </a:lnTo>
                  <a:lnTo>
                    <a:pt x="7805" y="4716"/>
                  </a:lnTo>
                  <a:lnTo>
                    <a:pt x="7844" y="4734"/>
                  </a:lnTo>
                  <a:lnTo>
                    <a:pt x="7844" y="4734"/>
                  </a:lnTo>
                  <a:lnTo>
                    <a:pt x="7884" y="4750"/>
                  </a:lnTo>
                  <a:lnTo>
                    <a:pt x="7925" y="4765"/>
                  </a:lnTo>
                  <a:lnTo>
                    <a:pt x="7966" y="4779"/>
                  </a:lnTo>
                  <a:lnTo>
                    <a:pt x="8008" y="4792"/>
                  </a:lnTo>
                  <a:lnTo>
                    <a:pt x="8050" y="4804"/>
                  </a:lnTo>
                  <a:lnTo>
                    <a:pt x="8093" y="4815"/>
                  </a:lnTo>
                  <a:lnTo>
                    <a:pt x="8137" y="4825"/>
                  </a:lnTo>
                  <a:lnTo>
                    <a:pt x="8180" y="4834"/>
                  </a:lnTo>
                  <a:lnTo>
                    <a:pt x="8224" y="4841"/>
                  </a:lnTo>
                  <a:lnTo>
                    <a:pt x="8269" y="4848"/>
                  </a:lnTo>
                  <a:lnTo>
                    <a:pt x="8314" y="4855"/>
                  </a:lnTo>
                  <a:lnTo>
                    <a:pt x="8360" y="4859"/>
                  </a:lnTo>
                  <a:lnTo>
                    <a:pt x="8405" y="4863"/>
                  </a:lnTo>
                  <a:lnTo>
                    <a:pt x="8451" y="4866"/>
                  </a:lnTo>
                  <a:lnTo>
                    <a:pt x="8498" y="4867"/>
                  </a:lnTo>
                  <a:lnTo>
                    <a:pt x="8546" y="4867"/>
                  </a:lnTo>
                  <a:lnTo>
                    <a:pt x="8546" y="4867"/>
                  </a:lnTo>
                  <a:lnTo>
                    <a:pt x="8613" y="4867"/>
                  </a:lnTo>
                  <a:lnTo>
                    <a:pt x="8679" y="4864"/>
                  </a:lnTo>
                  <a:lnTo>
                    <a:pt x="8744" y="4859"/>
                  </a:lnTo>
                  <a:lnTo>
                    <a:pt x="8807" y="4853"/>
                  </a:lnTo>
                  <a:lnTo>
                    <a:pt x="8868" y="4845"/>
                  </a:lnTo>
                  <a:lnTo>
                    <a:pt x="8928" y="4835"/>
                  </a:lnTo>
                  <a:lnTo>
                    <a:pt x="8986" y="4823"/>
                  </a:lnTo>
                  <a:lnTo>
                    <a:pt x="9043" y="4811"/>
                  </a:lnTo>
                  <a:lnTo>
                    <a:pt x="9098" y="4797"/>
                  </a:lnTo>
                  <a:lnTo>
                    <a:pt x="9152" y="4781"/>
                  </a:lnTo>
                  <a:lnTo>
                    <a:pt x="9204" y="4764"/>
                  </a:lnTo>
                  <a:lnTo>
                    <a:pt x="9255" y="4746"/>
                  </a:lnTo>
                  <a:lnTo>
                    <a:pt x="9305" y="4727"/>
                  </a:lnTo>
                  <a:lnTo>
                    <a:pt x="9353" y="4707"/>
                  </a:lnTo>
                  <a:lnTo>
                    <a:pt x="9399" y="4686"/>
                  </a:lnTo>
                  <a:lnTo>
                    <a:pt x="9445" y="4663"/>
                  </a:lnTo>
                  <a:lnTo>
                    <a:pt x="9489" y="4640"/>
                  </a:lnTo>
                  <a:lnTo>
                    <a:pt x="9533" y="4615"/>
                  </a:lnTo>
                  <a:lnTo>
                    <a:pt x="9574" y="4590"/>
                  </a:lnTo>
                  <a:lnTo>
                    <a:pt x="9614" y="4565"/>
                  </a:lnTo>
                  <a:lnTo>
                    <a:pt x="9653" y="4539"/>
                  </a:lnTo>
                  <a:lnTo>
                    <a:pt x="9691" y="4512"/>
                  </a:lnTo>
                  <a:lnTo>
                    <a:pt x="9726" y="4484"/>
                  </a:lnTo>
                  <a:lnTo>
                    <a:pt x="9762" y="4457"/>
                  </a:lnTo>
                  <a:lnTo>
                    <a:pt x="9796" y="4428"/>
                  </a:lnTo>
                  <a:lnTo>
                    <a:pt x="9828" y="4400"/>
                  </a:lnTo>
                  <a:lnTo>
                    <a:pt x="9861" y="4371"/>
                  </a:lnTo>
                  <a:lnTo>
                    <a:pt x="9891" y="4342"/>
                  </a:lnTo>
                  <a:lnTo>
                    <a:pt x="9920" y="4313"/>
                  </a:lnTo>
                  <a:lnTo>
                    <a:pt x="9948" y="4283"/>
                  </a:lnTo>
                  <a:lnTo>
                    <a:pt x="9975" y="4254"/>
                  </a:lnTo>
                  <a:lnTo>
                    <a:pt x="10002" y="4225"/>
                  </a:lnTo>
                  <a:lnTo>
                    <a:pt x="9381" y="3752"/>
                  </a:lnTo>
                  <a:lnTo>
                    <a:pt x="9381" y="3752"/>
                  </a:lnTo>
                  <a:lnTo>
                    <a:pt x="9354" y="3783"/>
                  </a:lnTo>
                  <a:lnTo>
                    <a:pt x="9324" y="3813"/>
                  </a:lnTo>
                  <a:lnTo>
                    <a:pt x="9290" y="3844"/>
                  </a:lnTo>
                  <a:lnTo>
                    <a:pt x="9251" y="3876"/>
                  </a:lnTo>
                  <a:lnTo>
                    <a:pt x="9209" y="3906"/>
                  </a:lnTo>
                  <a:lnTo>
                    <a:pt x="9164" y="3936"/>
                  </a:lnTo>
                  <a:lnTo>
                    <a:pt x="9139" y="3952"/>
                  </a:lnTo>
                  <a:lnTo>
                    <a:pt x="9115" y="3966"/>
                  </a:lnTo>
                  <a:lnTo>
                    <a:pt x="9089" y="3980"/>
                  </a:lnTo>
                  <a:lnTo>
                    <a:pt x="9063" y="3993"/>
                  </a:lnTo>
                  <a:lnTo>
                    <a:pt x="9036" y="4007"/>
                  </a:lnTo>
                  <a:lnTo>
                    <a:pt x="9008" y="4020"/>
                  </a:lnTo>
                  <a:lnTo>
                    <a:pt x="8979" y="4032"/>
                  </a:lnTo>
                  <a:lnTo>
                    <a:pt x="8950" y="4044"/>
                  </a:lnTo>
                  <a:lnTo>
                    <a:pt x="8921" y="4055"/>
                  </a:lnTo>
                  <a:lnTo>
                    <a:pt x="8889" y="4065"/>
                  </a:lnTo>
                  <a:lnTo>
                    <a:pt x="8858" y="4074"/>
                  </a:lnTo>
                  <a:lnTo>
                    <a:pt x="8827" y="4083"/>
                  </a:lnTo>
                  <a:lnTo>
                    <a:pt x="8794" y="4091"/>
                  </a:lnTo>
                  <a:lnTo>
                    <a:pt x="8762" y="4097"/>
                  </a:lnTo>
                  <a:lnTo>
                    <a:pt x="8728" y="4104"/>
                  </a:lnTo>
                  <a:lnTo>
                    <a:pt x="8693" y="4109"/>
                  </a:lnTo>
                  <a:lnTo>
                    <a:pt x="8659" y="4113"/>
                  </a:lnTo>
                  <a:lnTo>
                    <a:pt x="8624" y="4115"/>
                  </a:lnTo>
                  <a:lnTo>
                    <a:pt x="8588" y="4118"/>
                  </a:lnTo>
                  <a:lnTo>
                    <a:pt x="8552" y="4119"/>
                  </a:lnTo>
                  <a:lnTo>
                    <a:pt x="8552" y="4119"/>
                  </a:lnTo>
                  <a:lnTo>
                    <a:pt x="8507" y="4118"/>
                  </a:lnTo>
                  <a:lnTo>
                    <a:pt x="8463" y="4115"/>
                  </a:lnTo>
                  <a:lnTo>
                    <a:pt x="8420" y="4112"/>
                  </a:lnTo>
                  <a:lnTo>
                    <a:pt x="8377" y="4107"/>
                  </a:lnTo>
                  <a:lnTo>
                    <a:pt x="8337" y="4102"/>
                  </a:lnTo>
                  <a:lnTo>
                    <a:pt x="8297" y="4095"/>
                  </a:lnTo>
                  <a:lnTo>
                    <a:pt x="8258" y="4086"/>
                  </a:lnTo>
                  <a:lnTo>
                    <a:pt x="8221" y="4076"/>
                  </a:lnTo>
                  <a:lnTo>
                    <a:pt x="8184" y="4065"/>
                  </a:lnTo>
                  <a:lnTo>
                    <a:pt x="8148" y="4053"/>
                  </a:lnTo>
                  <a:lnTo>
                    <a:pt x="8113" y="4039"/>
                  </a:lnTo>
                  <a:lnTo>
                    <a:pt x="8079" y="4023"/>
                  </a:lnTo>
                  <a:lnTo>
                    <a:pt x="8047" y="4008"/>
                  </a:lnTo>
                  <a:lnTo>
                    <a:pt x="8016" y="3990"/>
                  </a:lnTo>
                  <a:lnTo>
                    <a:pt x="7986" y="3971"/>
                  </a:lnTo>
                  <a:lnTo>
                    <a:pt x="7957" y="3951"/>
                  </a:lnTo>
                  <a:lnTo>
                    <a:pt x="7957" y="3951"/>
                  </a:lnTo>
                  <a:lnTo>
                    <a:pt x="7929" y="3929"/>
                  </a:lnTo>
                  <a:lnTo>
                    <a:pt x="7902" y="3907"/>
                  </a:lnTo>
                  <a:lnTo>
                    <a:pt x="7877" y="3885"/>
                  </a:lnTo>
                  <a:lnTo>
                    <a:pt x="7852" y="3860"/>
                  </a:lnTo>
                  <a:lnTo>
                    <a:pt x="7828" y="3835"/>
                  </a:lnTo>
                  <a:lnTo>
                    <a:pt x="7806" y="3808"/>
                  </a:lnTo>
                  <a:lnTo>
                    <a:pt x="7785" y="3781"/>
                  </a:lnTo>
                  <a:lnTo>
                    <a:pt x="7765" y="3753"/>
                  </a:lnTo>
                  <a:lnTo>
                    <a:pt x="7745" y="3724"/>
                  </a:lnTo>
                  <a:lnTo>
                    <a:pt x="7728" y="3695"/>
                  </a:lnTo>
                  <a:lnTo>
                    <a:pt x="7712" y="3664"/>
                  </a:lnTo>
                  <a:lnTo>
                    <a:pt x="7696" y="3632"/>
                  </a:lnTo>
                  <a:lnTo>
                    <a:pt x="7682" y="3600"/>
                  </a:lnTo>
                  <a:lnTo>
                    <a:pt x="7668" y="3566"/>
                  </a:lnTo>
                  <a:lnTo>
                    <a:pt x="7657" y="3532"/>
                  </a:lnTo>
                  <a:lnTo>
                    <a:pt x="7646" y="3497"/>
                  </a:lnTo>
                  <a:lnTo>
                    <a:pt x="7637" y="3467"/>
                  </a:lnTo>
                  <a:lnTo>
                    <a:pt x="10208" y="3467"/>
                  </a:lnTo>
                  <a:lnTo>
                    <a:pt x="10208" y="3158"/>
                  </a:lnTo>
                  <a:close/>
                  <a:moveTo>
                    <a:pt x="7645" y="2858"/>
                  </a:moveTo>
                  <a:lnTo>
                    <a:pt x="7645" y="2858"/>
                  </a:lnTo>
                  <a:lnTo>
                    <a:pt x="7645" y="2835"/>
                  </a:lnTo>
                  <a:lnTo>
                    <a:pt x="7647" y="2811"/>
                  </a:lnTo>
                  <a:lnTo>
                    <a:pt x="7651" y="2786"/>
                  </a:lnTo>
                  <a:lnTo>
                    <a:pt x="7657" y="2761"/>
                  </a:lnTo>
                  <a:lnTo>
                    <a:pt x="7665" y="2735"/>
                  </a:lnTo>
                  <a:lnTo>
                    <a:pt x="7674" y="2708"/>
                  </a:lnTo>
                  <a:lnTo>
                    <a:pt x="7684" y="2681"/>
                  </a:lnTo>
                  <a:lnTo>
                    <a:pt x="7696" y="2654"/>
                  </a:lnTo>
                  <a:lnTo>
                    <a:pt x="7711" y="2626"/>
                  </a:lnTo>
                  <a:lnTo>
                    <a:pt x="7726" y="2599"/>
                  </a:lnTo>
                  <a:lnTo>
                    <a:pt x="7743" y="2571"/>
                  </a:lnTo>
                  <a:lnTo>
                    <a:pt x="7762" y="2544"/>
                  </a:lnTo>
                  <a:lnTo>
                    <a:pt x="7784" y="2518"/>
                  </a:lnTo>
                  <a:lnTo>
                    <a:pt x="7806" y="2491"/>
                  </a:lnTo>
                  <a:lnTo>
                    <a:pt x="7830" y="2464"/>
                  </a:lnTo>
                  <a:lnTo>
                    <a:pt x="7855" y="2439"/>
                  </a:lnTo>
                  <a:lnTo>
                    <a:pt x="7883" y="2413"/>
                  </a:lnTo>
                  <a:lnTo>
                    <a:pt x="7912" y="2390"/>
                  </a:lnTo>
                  <a:lnTo>
                    <a:pt x="7944" y="2366"/>
                  </a:lnTo>
                  <a:lnTo>
                    <a:pt x="7977" y="2345"/>
                  </a:lnTo>
                  <a:lnTo>
                    <a:pt x="8012" y="2324"/>
                  </a:lnTo>
                  <a:lnTo>
                    <a:pt x="8048" y="2304"/>
                  </a:lnTo>
                  <a:lnTo>
                    <a:pt x="8086" y="2286"/>
                  </a:lnTo>
                  <a:lnTo>
                    <a:pt x="8126" y="2269"/>
                  </a:lnTo>
                  <a:lnTo>
                    <a:pt x="8168" y="2253"/>
                  </a:lnTo>
                  <a:lnTo>
                    <a:pt x="8212" y="2240"/>
                  </a:lnTo>
                  <a:lnTo>
                    <a:pt x="8258" y="2227"/>
                  </a:lnTo>
                  <a:lnTo>
                    <a:pt x="8305" y="2217"/>
                  </a:lnTo>
                  <a:lnTo>
                    <a:pt x="8354" y="2209"/>
                  </a:lnTo>
                  <a:lnTo>
                    <a:pt x="8404" y="2204"/>
                  </a:lnTo>
                  <a:lnTo>
                    <a:pt x="8458" y="2200"/>
                  </a:lnTo>
                  <a:lnTo>
                    <a:pt x="8512" y="2199"/>
                  </a:lnTo>
                  <a:lnTo>
                    <a:pt x="8512" y="2199"/>
                  </a:lnTo>
                  <a:lnTo>
                    <a:pt x="8567" y="2200"/>
                  </a:lnTo>
                  <a:lnTo>
                    <a:pt x="8619" y="2204"/>
                  </a:lnTo>
                  <a:lnTo>
                    <a:pt x="8671" y="2209"/>
                  </a:lnTo>
                  <a:lnTo>
                    <a:pt x="8720" y="2217"/>
                  </a:lnTo>
                  <a:lnTo>
                    <a:pt x="8767" y="2227"/>
                  </a:lnTo>
                  <a:lnTo>
                    <a:pt x="8812" y="2239"/>
                  </a:lnTo>
                  <a:lnTo>
                    <a:pt x="8856" y="2253"/>
                  </a:lnTo>
                  <a:lnTo>
                    <a:pt x="8898" y="2268"/>
                  </a:lnTo>
                  <a:lnTo>
                    <a:pt x="8939" y="2284"/>
                  </a:lnTo>
                  <a:lnTo>
                    <a:pt x="8977" y="2304"/>
                  </a:lnTo>
                  <a:lnTo>
                    <a:pt x="9013" y="2323"/>
                  </a:lnTo>
                  <a:lnTo>
                    <a:pt x="9047" y="2344"/>
                  </a:lnTo>
                  <a:lnTo>
                    <a:pt x="9081" y="2366"/>
                  </a:lnTo>
                  <a:lnTo>
                    <a:pt x="9112" y="2389"/>
                  </a:lnTo>
                  <a:lnTo>
                    <a:pt x="9142" y="2413"/>
                  </a:lnTo>
                  <a:lnTo>
                    <a:pt x="9170" y="2438"/>
                  </a:lnTo>
                  <a:lnTo>
                    <a:pt x="9195" y="2464"/>
                  </a:lnTo>
                  <a:lnTo>
                    <a:pt x="9219" y="2490"/>
                  </a:lnTo>
                  <a:lnTo>
                    <a:pt x="9241" y="2516"/>
                  </a:lnTo>
                  <a:lnTo>
                    <a:pt x="9263" y="2543"/>
                  </a:lnTo>
                  <a:lnTo>
                    <a:pt x="9282" y="2570"/>
                  </a:lnTo>
                  <a:lnTo>
                    <a:pt x="9300" y="2598"/>
                  </a:lnTo>
                  <a:lnTo>
                    <a:pt x="9315" y="2625"/>
                  </a:lnTo>
                  <a:lnTo>
                    <a:pt x="9329" y="2653"/>
                  </a:lnTo>
                  <a:lnTo>
                    <a:pt x="9341" y="2680"/>
                  </a:lnTo>
                  <a:lnTo>
                    <a:pt x="9352" y="2707"/>
                  </a:lnTo>
                  <a:lnTo>
                    <a:pt x="9361" y="2734"/>
                  </a:lnTo>
                  <a:lnTo>
                    <a:pt x="9368" y="2760"/>
                  </a:lnTo>
                  <a:lnTo>
                    <a:pt x="9374" y="2785"/>
                  </a:lnTo>
                  <a:lnTo>
                    <a:pt x="9378" y="2810"/>
                  </a:lnTo>
                  <a:lnTo>
                    <a:pt x="9380" y="2834"/>
                  </a:lnTo>
                  <a:lnTo>
                    <a:pt x="9381" y="2857"/>
                  </a:lnTo>
                  <a:lnTo>
                    <a:pt x="7645" y="2858"/>
                  </a:lnTo>
                  <a:close/>
                </a:path>
              </a:pathLst>
            </a:custGeom>
            <a:solidFill>
              <a:srgbClr val="0046C8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+mn-lt"/>
              </a:endParaRPr>
            </a:p>
          </p:txBody>
        </p:sp>
      </p:grp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TextBox 6" descr="page number">
            <a:extLst>
              <a:ext uri="{FF2B5EF4-FFF2-40B4-BE49-F238E27FC236}">
                <a16:creationId xmlns:a16="http://schemas.microsoft.com/office/drawing/2014/main" id="{089BEF20-779F-2E3F-F3BE-F6AE99C012EA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322860605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 descr="page number">
            <a:extLst>
              <a:ext uri="{FF2B5EF4-FFF2-40B4-BE49-F238E27FC236}">
                <a16:creationId xmlns:a16="http://schemas.microsoft.com/office/drawing/2014/main" id="{783C66D7-BE41-2EDD-D6D3-FBA831482E8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279139119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title only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 descr="page number">
            <a:extLst>
              <a:ext uri="{FF2B5EF4-FFF2-40B4-BE49-F238E27FC236}">
                <a16:creationId xmlns:a16="http://schemas.microsoft.com/office/drawing/2014/main" id="{9F5CB16A-B4CF-3FBD-6CF6-D9D666461843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28453570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E1DDD9DB-C1D2-E9A4-2A3A-CC2B95DC6B2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6354228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lassic 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E1DDD9DB-C1D2-E9A4-2A3A-CC2B95DC6B2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68648106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smos 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E1DDD9DB-C1D2-E9A4-2A3A-CC2B95DC6B2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416118437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Cobalt blank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E1DDD9DB-C1D2-E9A4-2A3A-CC2B95DC6B28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50303422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886A3C7A-0D03-4ABF-7369-DA48EFB6CF6E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2C827E3-834F-40BA-9518-B0648BD536F2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8810" y="987552"/>
            <a:ext cx="10911840" cy="365760"/>
          </a:xfrm>
        </p:spPr>
        <p:txBody>
          <a:bodyPr anchor="ctr">
            <a:noAutofit/>
          </a:bodyPr>
          <a:lstStyle>
            <a:lvl1pPr marL="0" indent="0">
              <a:spcAft>
                <a:spcPts val="0"/>
              </a:spcAft>
              <a:buFontTx/>
              <a:buNone/>
              <a:defRPr sz="2200" b="0" i="0">
                <a:solidFill>
                  <a:schemeClr val="accent2"/>
                </a:solidFill>
                <a:latin typeface="IntelOne Text" panose="020B0503020203020204" pitchFamily="34" charset="77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4768FF6-8FD0-4E13-A01B-AB7AF941CB42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640080" y="1533844"/>
            <a:ext cx="10910570" cy="4684394"/>
          </a:xfrm>
        </p:spPr>
        <p:txBody>
          <a:bodyPr/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4D682F7F-01F1-349B-09B7-B8F73987E971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58834406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 2 Column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DB6E4F3-2E55-E9EA-4859-9DC5DF5353C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40080" y="347472"/>
            <a:ext cx="10911840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C66EBB2-584E-4CD8-BAAE-06D480D3A0C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987552"/>
            <a:ext cx="10912474" cy="365760"/>
          </a:xfrm>
        </p:spPr>
        <p:txBody>
          <a:bodyPr anchor="ctr">
            <a:noAutofit/>
          </a:bodyPr>
          <a:lstStyle>
            <a:lvl1pPr marL="0" indent="0">
              <a:buNone/>
              <a:defRPr sz="2200" b="0" i="0">
                <a:solidFill>
                  <a:schemeClr val="accent2"/>
                </a:solidFill>
                <a:latin typeface="IntelOne Text" panose="020B0503020203020204" pitchFamily="34" charset="77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40080" y="1533842"/>
            <a:ext cx="5135880" cy="4684395"/>
          </a:xfrm>
        </p:spPr>
        <p:txBody>
          <a:bodyPr/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29D013-C7B6-4628-B2EF-9C1967AE6122}"/>
              </a:ext>
            </a:extLst>
          </p:cNvPr>
          <p:cNvSpPr>
            <a:spLocks noGrp="1"/>
          </p:cNvSpPr>
          <p:nvPr>
            <p:ph sz="half" idx="2" hasCustomPrompt="1"/>
          </p:nvPr>
        </p:nvSpPr>
        <p:spPr>
          <a:xfrm>
            <a:off x="6416040" y="1533842"/>
            <a:ext cx="5135880" cy="4684395"/>
          </a:xfrm>
        </p:spPr>
        <p:txBody>
          <a:bodyPr/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989DF5D8-9477-C954-BE90-4056718CD0EE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48339896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, Content +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le 5">
            <a:extLst>
              <a:ext uri="{FF2B5EF4-FFF2-40B4-BE49-F238E27FC236}">
                <a16:creationId xmlns:a16="http://schemas.microsoft.com/office/drawing/2014/main" id="{B994338F-57B1-028F-1D5E-F452777222A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763" y="347472"/>
            <a:ext cx="5136197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C4D1D699-1964-9A45-A892-EAAC949B8250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987552"/>
            <a:ext cx="5136197" cy="365760"/>
          </a:xfrm>
        </p:spPr>
        <p:txBody>
          <a:bodyPr anchor="ctr">
            <a:noAutofit/>
          </a:bodyPr>
          <a:lstStyle>
            <a:lvl1pPr marL="0" indent="0">
              <a:buNone/>
              <a:defRPr sz="2200">
                <a:solidFill>
                  <a:schemeClr val="accent2"/>
                </a:solidFill>
                <a:latin typeface="IntelOne Text" panose="020B0503020203020204" pitchFamily="34" charset="77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9763" y="1533843"/>
            <a:ext cx="5136197" cy="4682807"/>
          </a:xfrm>
        </p:spPr>
        <p:txBody>
          <a:bodyPr/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6811E0-242E-4455-9E93-6248E7DEDA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16040" y="0"/>
            <a:ext cx="5775960" cy="6400799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2527540C-1CB5-9715-EBB3-9259465A2027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864242307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, Sub, Content + 2 Pho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>
            <a:extLst>
              <a:ext uri="{FF2B5EF4-FFF2-40B4-BE49-F238E27FC236}">
                <a16:creationId xmlns:a16="http://schemas.microsoft.com/office/drawing/2014/main" id="{33E60C93-847C-93D6-AE2E-10B0B166D56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9763" y="347472"/>
            <a:ext cx="5136197" cy="640080"/>
          </a:xfrm>
        </p:spPr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5C66EBB2-584E-4CD8-BAAE-06D480D3A0C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639763" y="987552"/>
            <a:ext cx="5136197" cy="365760"/>
          </a:xfrm>
        </p:spPr>
        <p:txBody>
          <a:bodyPr anchor="ctr">
            <a:noAutofit/>
          </a:bodyPr>
          <a:lstStyle>
            <a:lvl1pPr marL="0" indent="0">
              <a:buNone/>
              <a:defRPr sz="2200">
                <a:solidFill>
                  <a:schemeClr val="accent2"/>
                </a:solidFill>
                <a:latin typeface="IntelOne Text" panose="020B0503020203020204" pitchFamily="34" charset="77"/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46AEA0-8A4A-4395-842E-1588A8A29D4C}"/>
              </a:ext>
            </a:extLst>
          </p:cNvPr>
          <p:cNvSpPr>
            <a:spLocks noGrp="1"/>
          </p:cNvSpPr>
          <p:nvPr>
            <p:ph sz="half" idx="1" hasCustomPrompt="1"/>
          </p:nvPr>
        </p:nvSpPr>
        <p:spPr>
          <a:xfrm>
            <a:off x="639763" y="1533844"/>
            <a:ext cx="5136197" cy="4682806"/>
          </a:xfrm>
        </p:spPr>
        <p:txBody>
          <a:bodyPr/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6811E0-242E-4455-9E93-6248E7DEDA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6414452" y="347471"/>
            <a:ext cx="5136197" cy="23774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49775C37-EE38-450C-8269-79E50F8E88A0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6414452" y="2724909"/>
            <a:ext cx="5136197" cy="466347"/>
          </a:xfrm>
        </p:spPr>
        <p:txBody>
          <a:bodyPr tIns="91440" bIns="91440">
            <a:normAutofit/>
          </a:bodyPr>
          <a:lstStyle>
            <a:lvl1pPr marL="0" indent="0">
              <a:spcAft>
                <a:spcPts val="6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10" name="Picture Placeholder 6">
            <a:extLst>
              <a:ext uri="{FF2B5EF4-FFF2-40B4-BE49-F238E27FC236}">
                <a16:creationId xmlns:a16="http://schemas.microsoft.com/office/drawing/2014/main" id="{7DC24117-8044-4F60-A59D-9F61002D6C8C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6414452" y="3372863"/>
            <a:ext cx="5136197" cy="2377440"/>
          </a:xfrm>
        </p:spPr>
        <p:txBody>
          <a:bodyPr anchor="ctr"/>
          <a:lstStyle>
            <a:lvl1pPr marL="0" indent="0" algn="ctr"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11" name="Text Placeholder 8">
            <a:extLst>
              <a:ext uri="{FF2B5EF4-FFF2-40B4-BE49-F238E27FC236}">
                <a16:creationId xmlns:a16="http://schemas.microsoft.com/office/drawing/2014/main" id="{205F9606-8CF6-4C56-B2B6-E8A04B25F11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6414452" y="5750302"/>
            <a:ext cx="5136197" cy="466347"/>
          </a:xfrm>
        </p:spPr>
        <p:txBody>
          <a:bodyPr tIns="91440" bIns="91440">
            <a:normAutofit/>
          </a:bodyPr>
          <a:lstStyle>
            <a:lvl1pPr marL="0" indent="0">
              <a:spcAft>
                <a:spcPts val="600"/>
              </a:spcAft>
              <a:buNone/>
              <a:defRPr sz="1400">
                <a:solidFill>
                  <a:schemeClr val="tx1"/>
                </a:solidFill>
              </a:defRPr>
            </a:lvl1pPr>
            <a:lvl2pPr marL="457200" indent="0">
              <a:buNone/>
              <a:defRPr/>
            </a:lvl2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F74D3F72-F372-073A-1254-32548F7EAE3A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81709552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arg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BF6811E0-242E-4455-9E93-6248E7DEDA0B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0"/>
            <a:ext cx="12192000" cy="6400799"/>
          </a:xfr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ACD1317F-F734-DEC8-3C0C-02296DC6434D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19172540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+ Wide Pho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150BD236-A5FE-B377-4D89-6CC4416BEC5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/>
        <p:txBody>
          <a:bodyPr/>
          <a:lstStyle/>
          <a:p>
            <a:r>
              <a:rPr lang="en-US"/>
              <a:t>Click to edit title style</a:t>
            </a:r>
          </a:p>
        </p:txBody>
      </p:sp>
      <p:sp>
        <p:nvSpPr>
          <p:cNvPr id="2" name="Picture Placeholder 6">
            <a:extLst>
              <a:ext uri="{FF2B5EF4-FFF2-40B4-BE49-F238E27FC236}">
                <a16:creationId xmlns:a16="http://schemas.microsoft.com/office/drawing/2014/main" id="{E28CC3DB-32C1-9267-C415-1682E5B10D80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0" y="1352550"/>
            <a:ext cx="12192000" cy="5048249"/>
          </a:xfrm>
        </p:spPr>
        <p:txBody>
          <a:bodyPr anchor="ctr"/>
          <a:lstStyle>
            <a:lvl1pPr marL="0" indent="0" algn="ctr">
              <a:buNone/>
              <a:defRPr>
                <a:latin typeface="+mn-lt"/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TextBox 2" descr="page number">
            <a:extLst>
              <a:ext uri="{FF2B5EF4-FFF2-40B4-BE49-F238E27FC236}">
                <a16:creationId xmlns:a16="http://schemas.microsoft.com/office/drawing/2014/main" id="{E5C43C7C-6169-E60A-0BE6-434234F0FB4B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15582975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+ photo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705AB2F8-97CB-A61D-2D2F-A239E8DB38CA}"/>
              </a:ext>
            </a:extLst>
          </p:cNvPr>
          <p:cNvSpPr/>
          <p:nvPr userDrawn="1"/>
        </p:nvSpPr>
        <p:spPr>
          <a:xfrm>
            <a:off x="1453350" y="1832978"/>
            <a:ext cx="3194599" cy="31895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6" name="TextBox 15" descr="page number">
            <a:extLst>
              <a:ext uri="{FF2B5EF4-FFF2-40B4-BE49-F238E27FC236}">
                <a16:creationId xmlns:a16="http://schemas.microsoft.com/office/drawing/2014/main" id="{EC1C6C0F-504E-87B6-BB1D-A8B67B0BE2AC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0" name="Title 1">
            <a:extLst>
              <a:ext uri="{FF2B5EF4-FFF2-40B4-BE49-F238E27FC236}">
                <a16:creationId xmlns:a16="http://schemas.microsoft.com/office/drawing/2014/main" id="{06AEF94F-E4A2-3675-07B7-738E7578775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6" y="2697480"/>
            <a:ext cx="4819650" cy="14630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2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4A86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CCEBFC7-C9A2-C8D4-8313-F955C49383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6000" cy="6858000"/>
          </a:xfrm>
        </p:spPr>
        <p:txBody>
          <a:bodyPr anchor="ctr"/>
          <a:lstStyle>
            <a:lvl1pPr marL="0" indent="0" algn="ctr">
              <a:buFontTx/>
              <a:buNone/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BE27B311-A44A-428F-E219-4D3CDB4C6DB5}"/>
              </a:ext>
            </a:extLst>
          </p:cNvPr>
          <p:cNvSpPr/>
          <p:nvPr userDrawn="1"/>
        </p:nvSpPr>
        <p:spPr>
          <a:xfrm>
            <a:off x="4647950" y="164882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402554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+ photo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C029AB28-83FE-1986-DDF2-588D68C9DC83}"/>
              </a:ext>
            </a:extLst>
          </p:cNvPr>
          <p:cNvSpPr/>
          <p:nvPr userDrawn="1"/>
        </p:nvSpPr>
        <p:spPr>
          <a:xfrm>
            <a:off x="1453350" y="1832978"/>
            <a:ext cx="3194599" cy="3189524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A8B18D9B-D62C-8250-11E3-E58B20237AE1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61BFCE-AEFB-D4AA-1494-33F79F5611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6" y="2697480"/>
            <a:ext cx="4819650" cy="1463040"/>
          </a:xfrm>
        </p:spPr>
        <p:txBody>
          <a:bodyPr anchor="ctr" anchorCtr="0">
            <a:noAutofit/>
          </a:bodyPr>
          <a:lstStyle>
            <a:lvl1pPr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defRPr sz="7200" i="0" spc="0" baseline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38007F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CCEBFC7-C9A2-C8D4-8313-F955C49383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6000" cy="6858000"/>
          </a:xfrm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5B5C4A29-608E-1CBD-85FE-1F557D221303}"/>
              </a:ext>
            </a:extLst>
          </p:cNvPr>
          <p:cNvSpPr/>
          <p:nvPr userDrawn="1"/>
        </p:nvSpPr>
        <p:spPr>
          <a:xfrm>
            <a:off x="4647950" y="164882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8618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balt + photo righ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" name="Rectangle 2">
            <a:extLst>
              <a:ext uri="{FF2B5EF4-FFF2-40B4-BE49-F238E27FC236}">
                <a16:creationId xmlns:a16="http://schemas.microsoft.com/office/drawing/2014/main" id="{7D53090D-E0EB-1F16-15E3-8E2624B79CEC}"/>
              </a:ext>
            </a:extLst>
          </p:cNvPr>
          <p:cNvSpPr/>
          <p:nvPr userDrawn="1"/>
        </p:nvSpPr>
        <p:spPr>
          <a:xfrm>
            <a:off x="1453350" y="1832978"/>
            <a:ext cx="3194599" cy="3189524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6" name="TextBox 15" descr="page number">
            <a:extLst>
              <a:ext uri="{FF2B5EF4-FFF2-40B4-BE49-F238E27FC236}">
                <a16:creationId xmlns:a16="http://schemas.microsoft.com/office/drawing/2014/main" id="{E155E56B-B9D9-D072-5A57-3B1B5FAAEE95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161BFCE-AEFB-D4AA-1494-33F79F5611F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6" y="2697480"/>
            <a:ext cx="4819650" cy="1463040"/>
          </a:xfrm>
        </p:spPr>
        <p:txBody>
          <a:bodyPr anchor="ctr" anchorCtr="0">
            <a:noAutofit/>
          </a:bodyPr>
          <a:lstStyle>
            <a:lvl1pPr algn="ctr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  <a:defRPr lang="en-US" sz="7200" i="0" kern="1200" spc="0" baseline="0" dirty="0">
                <a:solidFill>
                  <a:schemeClr val="tx1"/>
                </a:solidFill>
                <a:effectLst>
                  <a:outerShdw blurRad="127000" dist="25400" dir="5400000" algn="ctr" rotWithShape="0">
                    <a:srgbClr val="000864">
                      <a:alpha val="67000"/>
                    </a:srgbClr>
                  </a:outerShdw>
                </a:effectLst>
                <a:latin typeface="IntelOne Headline Bold Italic" panose="020B0803020203090204" pitchFamily="34" charset="0"/>
                <a:ea typeface="+mj-ea"/>
                <a:cs typeface="+mj-cs"/>
              </a:defRPr>
            </a:lvl1pPr>
          </a:lstStyle>
          <a:p>
            <a:r>
              <a:rPr lang="en-US"/>
              <a:t>Click to edit title style</a:t>
            </a:r>
          </a:p>
        </p:txBody>
      </p:sp>
      <p:sp>
        <p:nvSpPr>
          <p:cNvPr id="7" name="Picture Placeholder 6">
            <a:extLst>
              <a:ext uri="{FF2B5EF4-FFF2-40B4-BE49-F238E27FC236}">
                <a16:creationId xmlns:a16="http://schemas.microsoft.com/office/drawing/2014/main" id="{7CCEBFC7-C9A2-C8D4-8313-F955C493839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6096000" y="0"/>
            <a:ext cx="6096000" cy="6858000"/>
          </a:xfrm>
        </p:spPr>
        <p:txBody>
          <a:bodyPr anchor="ctr"/>
          <a:lstStyle>
            <a:lvl1pPr marL="0" indent="0" algn="ctr">
              <a:buFontTx/>
              <a:buNone/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337BC3E4-6552-2B17-8114-10193166DD2F}"/>
              </a:ext>
            </a:extLst>
          </p:cNvPr>
          <p:cNvSpPr/>
          <p:nvPr userDrawn="1"/>
        </p:nvSpPr>
        <p:spPr>
          <a:xfrm>
            <a:off x="4647950" y="1648828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094594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assic 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00F04C4B-0BD3-BD95-26A5-F0062FB20712}"/>
              </a:ext>
            </a:extLst>
          </p:cNvPr>
          <p:cNvSpPr/>
          <p:nvPr userDrawn="1"/>
        </p:nvSpPr>
        <p:spPr>
          <a:xfrm>
            <a:off x="646690" y="460229"/>
            <a:ext cx="10898622" cy="5036886"/>
          </a:xfrm>
          <a:prstGeom prst="rect">
            <a:avLst/>
          </a:prstGeom>
          <a:ln>
            <a:noFill/>
          </a:ln>
          <a:effectLst>
            <a:glow rad="76200">
              <a:srgbClr val="FFFFFF">
                <a:alpha val="60000"/>
              </a:srgbClr>
            </a:glow>
            <a:outerShdw blurRad="762000" sx="107000" sy="107000" algn="ctr" rotWithShape="0">
              <a:srgbClr val="00C7FD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6" name="TextBox 15" descr="page number">
            <a:extLst>
              <a:ext uri="{FF2B5EF4-FFF2-40B4-BE49-F238E27FC236}">
                <a16:creationId xmlns:a16="http://schemas.microsoft.com/office/drawing/2014/main" id="{B9AA456B-FB26-FE16-132D-8D87BF8A798C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ACB7C02-25A3-B9BE-2326-650C4C0650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33539" y="950976"/>
            <a:ext cx="9921748" cy="4061782"/>
          </a:xfrm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6000" b="0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36CFF80-799B-5C54-B9EF-54EF6F60A6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3539" y="5643694"/>
            <a:ext cx="9921748" cy="572955"/>
          </a:xfrm>
        </p:spPr>
        <p:txBody>
          <a:bodyPr lIns="0" tIns="0" rIns="0" bIns="0" anchor="ctr">
            <a:noAutofit/>
          </a:bodyPr>
          <a:lstStyle>
            <a:lvl1pPr marL="0" indent="0" algn="r"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2D2793D-772F-7B01-7008-0177AF6E5DC2}"/>
              </a:ext>
            </a:extLst>
          </p:cNvPr>
          <p:cNvSpPr/>
          <p:nvPr userDrawn="1"/>
        </p:nvSpPr>
        <p:spPr>
          <a:xfrm>
            <a:off x="11545311" y="5497115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751053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smos quot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" name="Rectangle 1">
            <a:extLst>
              <a:ext uri="{FF2B5EF4-FFF2-40B4-BE49-F238E27FC236}">
                <a16:creationId xmlns:a16="http://schemas.microsoft.com/office/drawing/2014/main" id="{4826202D-B369-7A47-8C5D-FD5239BD41B3}"/>
              </a:ext>
            </a:extLst>
          </p:cNvPr>
          <p:cNvSpPr/>
          <p:nvPr userDrawn="1"/>
        </p:nvSpPr>
        <p:spPr>
          <a:xfrm>
            <a:off x="646690" y="460229"/>
            <a:ext cx="10898622" cy="5036886"/>
          </a:xfrm>
          <a:prstGeom prst="rect">
            <a:avLst/>
          </a:prstGeom>
          <a:ln>
            <a:noFill/>
          </a:ln>
          <a:effectLst>
            <a:glow rad="88900">
              <a:srgbClr val="FFFFFF">
                <a:alpha val="40000"/>
              </a:srgbClr>
            </a:glow>
            <a:outerShdw blurRad="635000" sx="103000" sy="103000" algn="ctr" rotWithShape="0">
              <a:srgbClr val="FFFFFF"/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lvl="0" algn="ctr"/>
            <a:endParaRPr lang="en-US"/>
          </a:p>
        </p:txBody>
      </p:sp>
      <p:sp>
        <p:nvSpPr>
          <p:cNvPr id="15" name="TextBox 14" descr="page number">
            <a:extLst>
              <a:ext uri="{FF2B5EF4-FFF2-40B4-BE49-F238E27FC236}">
                <a16:creationId xmlns:a16="http://schemas.microsoft.com/office/drawing/2014/main" id="{63AA8029-D52C-EE0C-9F4F-6C42757F2D2D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12" name="Text Placeholder 3">
            <a:extLst>
              <a:ext uri="{FF2B5EF4-FFF2-40B4-BE49-F238E27FC236}">
                <a16:creationId xmlns:a16="http://schemas.microsoft.com/office/drawing/2014/main" id="{FACB7C02-25A3-B9BE-2326-650C4C0650EB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133539" y="950976"/>
            <a:ext cx="9921748" cy="4061782"/>
          </a:xfrm>
        </p:spPr>
        <p:txBody>
          <a:bodyPr lIns="0" tIns="0" rIns="0" bIns="0" anchor="ctr">
            <a:normAutofit/>
          </a:bodyPr>
          <a:lstStyle>
            <a:lvl1pPr marL="0" indent="0" algn="ctr">
              <a:lnSpc>
                <a:spcPct val="125000"/>
              </a:lnSpc>
              <a:buNone/>
              <a:defRPr sz="6000" b="0" i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8" name="Text Placeholder 5">
            <a:extLst>
              <a:ext uri="{FF2B5EF4-FFF2-40B4-BE49-F238E27FC236}">
                <a16:creationId xmlns:a16="http://schemas.microsoft.com/office/drawing/2014/main" id="{036CFF80-799B-5C54-B9EF-54EF6F60A619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133539" y="5643694"/>
            <a:ext cx="9921748" cy="572955"/>
          </a:xfrm>
        </p:spPr>
        <p:txBody>
          <a:bodyPr lIns="0" tIns="0" rIns="0" bIns="0" anchor="ctr">
            <a:noAutofit/>
          </a:bodyPr>
          <a:lstStyle>
            <a:lvl1pPr marL="0" indent="0" algn="r">
              <a:spcAft>
                <a:spcPts val="0"/>
              </a:spcAft>
              <a:buNone/>
              <a:defRPr sz="1800">
                <a:solidFill>
                  <a:schemeClr val="tx1"/>
                </a:solidFill>
                <a:latin typeface="+mn-lt"/>
              </a:defRPr>
            </a:lvl1pPr>
          </a:lstStyle>
          <a:p>
            <a:pPr lvl="0"/>
            <a:r>
              <a:rPr lang="en-US"/>
              <a:t>Click to edit text styles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1EE8911-A3CD-476D-49D4-50392E6302A9}"/>
              </a:ext>
            </a:extLst>
          </p:cNvPr>
          <p:cNvSpPr/>
          <p:nvPr userDrawn="1"/>
        </p:nvSpPr>
        <p:spPr>
          <a:xfrm>
            <a:off x="11545311" y="5497115"/>
            <a:ext cx="184150" cy="18415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137160" tIns="137160" rIns="137160" bIns="137160"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65222609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fram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TextBox 20" descr="page number">
            <a:extLst>
              <a:ext uri="{FF2B5EF4-FFF2-40B4-BE49-F238E27FC236}">
                <a16:creationId xmlns:a16="http://schemas.microsoft.com/office/drawing/2014/main" id="{B49F5197-1690-C961-BC7E-24452710A831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FA79AD-8981-4F51-8CC1-43C885681348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638175" y="638175"/>
            <a:ext cx="10915652" cy="5581650"/>
          </a:xfrm>
          <a:noFill/>
        </p:spPr>
        <p:txBody>
          <a:bodyPr lIns="365760" tIns="365760" rIns="365760" bIns="365760" anchor="ctr" anchorCtr="0">
            <a:normAutofit/>
          </a:bodyPr>
          <a:lstStyle>
            <a:lvl1pPr algn="ctr">
              <a:defRPr sz="48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title style</a:t>
            </a:r>
          </a:p>
        </p:txBody>
      </p:sp>
    </p:spTree>
    <p:extLst>
      <p:ext uri="{BB962C8B-B14F-4D97-AF65-F5344CB8AC3E}">
        <p14:creationId xmlns:p14="http://schemas.microsoft.com/office/powerpoint/2010/main" val="19670663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extLst>
    <p:ext uri="{DCECCB84-F9BA-43D5-87BE-67443E8EF086}">
      <p15:sldGuideLst xmlns:p15="http://schemas.microsoft.com/office/powerpoint/2012/main">
        <p15:guide id="1" orient="horz" pos="2160">
          <p15:clr>
            <a:srgbClr val="FBAE40"/>
          </p15:clr>
        </p15:guide>
        <p15:guide id="2" pos="3840">
          <p15:clr>
            <a:srgbClr val="FBAE40"/>
          </p15:clr>
        </p15:guide>
      </p15:sldGuideLst>
    </p:ext>
  </p:extLst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mplate Gu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A621CC-18DC-3B06-EEB8-93AE493C6E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" name="TextBox 1" descr="page number">
            <a:extLst>
              <a:ext uri="{FF2B5EF4-FFF2-40B4-BE49-F238E27FC236}">
                <a16:creationId xmlns:a16="http://schemas.microsoft.com/office/drawing/2014/main" id="{657AE2EF-00E0-3CD8-C15F-F760FE3549F5}"/>
              </a:ext>
            </a:extLst>
          </p:cNvPr>
          <p:cNvSpPr txBox="1"/>
          <p:nvPr userDrawn="1"/>
        </p:nvSpPr>
        <p:spPr>
          <a:xfrm>
            <a:off x="11880044" y="6552456"/>
            <a:ext cx="166712" cy="15388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none" lIns="0" tIns="0" rIns="0" bIns="0" numCol="1" spcCol="38100" rtlCol="0" anchor="ctr" anchorCtr="0">
            <a:spAutoFit/>
          </a:bodyPr>
          <a:lstStyle/>
          <a:p>
            <a: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</a:pPr>
            <a:fld id="{4F6B73DA-0149-4325-A7B8-AE29BD4BC701}" type="slidenum">
              <a:rPr kumimoji="0" lang="en-US" sz="1000" b="0" i="0" u="none" strike="noStrike" cap="none" spc="0" normalizeH="0" baseline="0" smtClean="0">
                <a:ln>
                  <a:noFill/>
                </a:ln>
                <a:solidFill>
                  <a:schemeClr val="tx1"/>
                </a:solidFill>
                <a:effectLst/>
                <a:uFillTx/>
                <a:latin typeface="+mn-lt"/>
                <a:ea typeface="Intel Clear" panose="020B0604020203020204" pitchFamily="34" charset="0"/>
                <a:cs typeface="Times New Roman" panose="02020603050405020304" pitchFamily="18" charset="0"/>
                <a:sym typeface="Helvetica Neue"/>
              </a:rPr>
              <a:pPr marL="0" marR="0" indent="0" algn="ctr" defTabSz="2438338" rtl="0" fontAlgn="auto" latinLnBrk="0" hangingPunct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</a:pPr>
              <a:t>‹#›</a:t>
            </a:fld>
            <a:endParaRPr kumimoji="0" lang="en-US" sz="1000" b="0" i="0" u="none" strike="noStrike" cap="none" spc="0" normalizeH="0" baseline="0">
              <a:ln>
                <a:noFill/>
              </a:ln>
              <a:solidFill>
                <a:schemeClr val="tx1"/>
              </a:solidFill>
              <a:effectLst/>
              <a:uFillTx/>
              <a:latin typeface="+mn-lt"/>
              <a:ea typeface="Intel Clear" panose="020B0604020203020204" pitchFamily="34" charset="0"/>
              <a:cs typeface="Times New Roman" panose="02020603050405020304" pitchFamily="18" charset="0"/>
              <a:sym typeface="Helvetica Neue"/>
            </a:endParaRPr>
          </a:p>
        </p:txBody>
      </p:sp>
    </p:spTree>
    <p:extLst>
      <p:ext uri="{BB962C8B-B14F-4D97-AF65-F5344CB8AC3E}">
        <p14:creationId xmlns:p14="http://schemas.microsoft.com/office/powerpoint/2010/main" val="2066584369"/>
      </p:ext>
    </p:extLst>
  </p:cSld>
  <p:clrMapOvr>
    <a:overrideClrMapping bg1="lt1" tx1="dk1" bg2="lt2" tx2="dk2" accent1="accent1" accent2="accent2" accent3="accent3" accent4="accent4" accent5="accent5" accent6="accent6" hlink="hlink" folHlink="folHlink"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>
  <p:cSld name="Cosmos end slid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oup 4">
            <a:extLst>
              <a:ext uri="{FF2B5EF4-FFF2-40B4-BE49-F238E27FC236}">
                <a16:creationId xmlns:a16="http://schemas.microsoft.com/office/drawing/2014/main" id="{3132743F-D3E3-44AA-68AB-243210C00120}"/>
              </a:ext>
            </a:extLst>
          </p:cNvPr>
          <p:cNvGrpSpPr>
            <a:grpSpLocks noChangeAspect="1"/>
          </p:cNvGrpSpPr>
          <p:nvPr userDrawn="1"/>
        </p:nvGrpSpPr>
        <p:grpSpPr>
          <a:xfrm>
            <a:off x="4144824" y="2606040"/>
            <a:ext cx="3902352" cy="1645920"/>
            <a:chOff x="1314450" y="6391094"/>
            <a:chExt cx="997266" cy="420623"/>
          </a:xfrm>
          <a:solidFill>
            <a:srgbClr val="000000"/>
          </a:solidFill>
        </p:grpSpPr>
        <p:sp>
          <p:nvSpPr>
            <p:cNvPr id="6" name="Freeform: Shape 5">
              <a:extLst>
                <a:ext uri="{FF2B5EF4-FFF2-40B4-BE49-F238E27FC236}">
                  <a16:creationId xmlns:a16="http://schemas.microsoft.com/office/drawing/2014/main" id="{A82D3313-5D1D-DFAE-22DE-1852A1EA95E4}"/>
                </a:ext>
              </a:extLst>
            </p:cNvPr>
            <p:cNvSpPr/>
            <p:nvPr/>
          </p:nvSpPr>
          <p:spPr>
            <a:xfrm>
              <a:off x="1314450" y="6396809"/>
              <a:ext cx="78581" cy="78581"/>
            </a:xfrm>
            <a:custGeom>
              <a:avLst/>
              <a:gdLst>
                <a:gd name="connsiteX0" fmla="*/ 0 w 78581"/>
                <a:gd name="connsiteY0" fmla="*/ 0 h 78581"/>
                <a:gd name="connsiteX1" fmla="*/ 78581 w 78581"/>
                <a:gd name="connsiteY1" fmla="*/ 0 h 78581"/>
                <a:gd name="connsiteX2" fmla="*/ 78581 w 78581"/>
                <a:gd name="connsiteY2" fmla="*/ 78581 h 78581"/>
                <a:gd name="connsiteX3" fmla="*/ 0 w 78581"/>
                <a:gd name="connsiteY3" fmla="*/ 78581 h 7858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78581" h="78581">
                  <a:moveTo>
                    <a:pt x="0" y="0"/>
                  </a:moveTo>
                  <a:lnTo>
                    <a:pt x="78581" y="0"/>
                  </a:lnTo>
                  <a:lnTo>
                    <a:pt x="78581" y="78581"/>
                  </a:lnTo>
                  <a:lnTo>
                    <a:pt x="0" y="78581"/>
                  </a:lnTo>
                  <a:close/>
                </a:path>
              </a:pathLst>
            </a:custGeom>
            <a:solidFill>
              <a:srgbClr val="00C7FD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  <p:sp>
          <p:nvSpPr>
            <p:cNvPr id="7" name="Freeform: Shape 6">
              <a:extLst>
                <a:ext uri="{FF2B5EF4-FFF2-40B4-BE49-F238E27FC236}">
                  <a16:creationId xmlns:a16="http://schemas.microsoft.com/office/drawing/2014/main" id="{34919443-6B52-80B6-0E65-6117E4DD15BC}"/>
                </a:ext>
              </a:extLst>
            </p:cNvPr>
            <p:cNvSpPr/>
            <p:nvPr/>
          </p:nvSpPr>
          <p:spPr>
            <a:xfrm>
              <a:off x="1316545" y="6391094"/>
              <a:ext cx="995171" cy="420623"/>
            </a:xfrm>
            <a:custGeom>
              <a:avLst/>
              <a:gdLst>
                <a:gd name="connsiteX0" fmla="*/ 74486 w 995171"/>
                <a:gd name="connsiteY0" fmla="*/ 131921 h 420623"/>
                <a:gd name="connsiteX1" fmla="*/ 0 w 995171"/>
                <a:gd name="connsiteY1" fmla="*/ 131921 h 420623"/>
                <a:gd name="connsiteX2" fmla="*/ 0 w 995171"/>
                <a:gd name="connsiteY2" fmla="*/ 414719 h 420623"/>
                <a:gd name="connsiteX3" fmla="*/ 74486 w 995171"/>
                <a:gd name="connsiteY3" fmla="*/ 414719 h 420623"/>
                <a:gd name="connsiteX4" fmla="*/ 74486 w 995171"/>
                <a:gd name="connsiteY4" fmla="*/ 131921 h 420623"/>
                <a:gd name="connsiteX5" fmla="*/ 568262 w 995171"/>
                <a:gd name="connsiteY5" fmla="*/ 417576 h 420623"/>
                <a:gd name="connsiteX6" fmla="*/ 568262 w 995171"/>
                <a:gd name="connsiteY6" fmla="*/ 348234 h 420623"/>
                <a:gd name="connsiteX7" fmla="*/ 541306 w 995171"/>
                <a:gd name="connsiteY7" fmla="*/ 346520 h 420623"/>
                <a:gd name="connsiteX8" fmla="*/ 523780 w 995171"/>
                <a:gd name="connsiteY8" fmla="*/ 338804 h 420623"/>
                <a:gd name="connsiteX9" fmla="*/ 516065 w 995171"/>
                <a:gd name="connsiteY9" fmla="*/ 321945 h 420623"/>
                <a:gd name="connsiteX10" fmla="*/ 514350 w 995171"/>
                <a:gd name="connsiteY10" fmla="*/ 294608 h 420623"/>
                <a:gd name="connsiteX11" fmla="*/ 514350 w 995171"/>
                <a:gd name="connsiteY11" fmla="*/ 195644 h 420623"/>
                <a:gd name="connsiteX12" fmla="*/ 568262 w 995171"/>
                <a:gd name="connsiteY12" fmla="*/ 195644 h 420623"/>
                <a:gd name="connsiteX13" fmla="*/ 568262 w 995171"/>
                <a:gd name="connsiteY13" fmla="*/ 131921 h 420623"/>
                <a:gd name="connsiteX14" fmla="*/ 514350 w 995171"/>
                <a:gd name="connsiteY14" fmla="*/ 131921 h 420623"/>
                <a:gd name="connsiteX15" fmla="*/ 514350 w 995171"/>
                <a:gd name="connsiteY15" fmla="*/ 21812 h 420623"/>
                <a:gd name="connsiteX16" fmla="*/ 439865 w 995171"/>
                <a:gd name="connsiteY16" fmla="*/ 21812 h 420623"/>
                <a:gd name="connsiteX17" fmla="*/ 439865 w 995171"/>
                <a:gd name="connsiteY17" fmla="*/ 295180 h 420623"/>
                <a:gd name="connsiteX18" fmla="*/ 445865 w 995171"/>
                <a:gd name="connsiteY18" fmla="*/ 353473 h 420623"/>
                <a:gd name="connsiteX19" fmla="*/ 465677 w 995171"/>
                <a:gd name="connsiteY19" fmla="*/ 391001 h 420623"/>
                <a:gd name="connsiteX20" fmla="*/ 502063 w 995171"/>
                <a:gd name="connsiteY20" fmla="*/ 411385 h 420623"/>
                <a:gd name="connsiteX21" fmla="*/ 558927 w 995171"/>
                <a:gd name="connsiteY21" fmla="*/ 417671 h 420623"/>
                <a:gd name="connsiteX22" fmla="*/ 568262 w 995171"/>
                <a:gd name="connsiteY22" fmla="*/ 417671 h 420623"/>
                <a:gd name="connsiteX23" fmla="*/ 995172 w 995171"/>
                <a:gd name="connsiteY23" fmla="*/ 0 h 420623"/>
                <a:gd name="connsiteX24" fmla="*/ 920687 w 995171"/>
                <a:gd name="connsiteY24" fmla="*/ 0 h 420623"/>
                <a:gd name="connsiteX25" fmla="*/ 920687 w 995171"/>
                <a:gd name="connsiteY25" fmla="*/ 414719 h 420623"/>
                <a:gd name="connsiteX26" fmla="*/ 995172 w 995171"/>
                <a:gd name="connsiteY26" fmla="*/ 414719 h 420623"/>
                <a:gd name="connsiteX27" fmla="*/ 995172 w 995171"/>
                <a:gd name="connsiteY27" fmla="*/ 0 h 420623"/>
                <a:gd name="connsiteX28" fmla="*/ 367951 w 995171"/>
                <a:gd name="connsiteY28" fmla="*/ 159830 h 420623"/>
                <a:gd name="connsiteX29" fmla="*/ 281273 w 995171"/>
                <a:gd name="connsiteY29" fmla="*/ 126206 h 420623"/>
                <a:gd name="connsiteX30" fmla="*/ 232410 w 995171"/>
                <a:gd name="connsiteY30" fmla="*/ 137065 h 420623"/>
                <a:gd name="connsiteX31" fmla="*/ 195358 w 995171"/>
                <a:gd name="connsiteY31" fmla="*/ 167259 h 420623"/>
                <a:gd name="connsiteX32" fmla="*/ 191262 w 995171"/>
                <a:gd name="connsiteY32" fmla="*/ 172498 h 420623"/>
                <a:gd name="connsiteX33" fmla="*/ 191262 w 995171"/>
                <a:gd name="connsiteY33" fmla="*/ 167831 h 420623"/>
                <a:gd name="connsiteX34" fmla="*/ 191262 w 995171"/>
                <a:gd name="connsiteY34" fmla="*/ 132017 h 420623"/>
                <a:gd name="connsiteX35" fmla="*/ 117920 w 995171"/>
                <a:gd name="connsiteY35" fmla="*/ 132017 h 420623"/>
                <a:gd name="connsiteX36" fmla="*/ 117920 w 995171"/>
                <a:gd name="connsiteY36" fmla="*/ 414814 h 420623"/>
                <a:gd name="connsiteX37" fmla="*/ 191929 w 995171"/>
                <a:gd name="connsiteY37" fmla="*/ 414814 h 420623"/>
                <a:gd name="connsiteX38" fmla="*/ 191929 w 995171"/>
                <a:gd name="connsiteY38" fmla="*/ 264128 h 420623"/>
                <a:gd name="connsiteX39" fmla="*/ 192024 w 995171"/>
                <a:gd name="connsiteY39" fmla="*/ 274606 h 420623"/>
                <a:gd name="connsiteX40" fmla="*/ 192119 w 995171"/>
                <a:gd name="connsiteY40" fmla="*/ 269558 h 420623"/>
                <a:gd name="connsiteX41" fmla="*/ 211741 w 995171"/>
                <a:gd name="connsiteY41" fmla="*/ 210884 h 420623"/>
                <a:gd name="connsiteX42" fmla="*/ 258985 w 995171"/>
                <a:gd name="connsiteY42" fmla="*/ 190786 h 420623"/>
                <a:gd name="connsiteX43" fmla="*/ 307753 w 995171"/>
                <a:gd name="connsiteY43" fmla="*/ 210407 h 420623"/>
                <a:gd name="connsiteX44" fmla="*/ 323945 w 995171"/>
                <a:gd name="connsiteY44" fmla="*/ 264605 h 420623"/>
                <a:gd name="connsiteX45" fmla="*/ 323945 w 995171"/>
                <a:gd name="connsiteY45" fmla="*/ 264605 h 420623"/>
                <a:gd name="connsiteX46" fmla="*/ 323945 w 995171"/>
                <a:gd name="connsiteY46" fmla="*/ 265176 h 420623"/>
                <a:gd name="connsiteX47" fmla="*/ 323945 w 995171"/>
                <a:gd name="connsiteY47" fmla="*/ 265271 h 420623"/>
                <a:gd name="connsiteX48" fmla="*/ 323945 w 995171"/>
                <a:gd name="connsiteY48" fmla="*/ 414814 h 420623"/>
                <a:gd name="connsiteX49" fmla="*/ 399098 w 995171"/>
                <a:gd name="connsiteY49" fmla="*/ 414814 h 420623"/>
                <a:gd name="connsiteX50" fmla="*/ 399098 w 995171"/>
                <a:gd name="connsiteY50" fmla="*/ 254222 h 420623"/>
                <a:gd name="connsiteX51" fmla="*/ 367951 w 995171"/>
                <a:gd name="connsiteY51" fmla="*/ 159830 h 420623"/>
                <a:gd name="connsiteX52" fmla="*/ 881825 w 995171"/>
                <a:gd name="connsiteY52" fmla="*/ 272796 h 420623"/>
                <a:gd name="connsiteX53" fmla="*/ 871061 w 995171"/>
                <a:gd name="connsiteY53" fmla="*/ 215646 h 420623"/>
                <a:gd name="connsiteX54" fmla="*/ 841057 w 995171"/>
                <a:gd name="connsiteY54" fmla="*/ 168974 h 420623"/>
                <a:gd name="connsiteX55" fmla="*/ 794957 w 995171"/>
                <a:gd name="connsiteY55" fmla="*/ 137636 h 420623"/>
                <a:gd name="connsiteX56" fmla="*/ 735806 w 995171"/>
                <a:gd name="connsiteY56" fmla="*/ 126302 h 420623"/>
                <a:gd name="connsiteX57" fmla="*/ 678371 w 995171"/>
                <a:gd name="connsiteY57" fmla="*/ 137922 h 420623"/>
                <a:gd name="connsiteX58" fmla="*/ 631698 w 995171"/>
                <a:gd name="connsiteY58" fmla="*/ 169355 h 420623"/>
                <a:gd name="connsiteX59" fmla="*/ 600266 w 995171"/>
                <a:gd name="connsiteY59" fmla="*/ 216027 h 420623"/>
                <a:gd name="connsiteX60" fmla="*/ 588645 w 995171"/>
                <a:gd name="connsiteY60" fmla="*/ 273463 h 420623"/>
                <a:gd name="connsiteX61" fmla="*/ 599694 w 995171"/>
                <a:gd name="connsiteY61" fmla="*/ 330899 h 420623"/>
                <a:gd name="connsiteX62" fmla="*/ 630269 w 995171"/>
                <a:gd name="connsiteY62" fmla="*/ 377571 h 420623"/>
                <a:gd name="connsiteX63" fmla="*/ 677513 w 995171"/>
                <a:gd name="connsiteY63" fmla="*/ 409004 h 420623"/>
                <a:gd name="connsiteX64" fmla="*/ 738092 w 995171"/>
                <a:gd name="connsiteY64" fmla="*/ 420624 h 420623"/>
                <a:gd name="connsiteX65" fmla="*/ 863918 w 995171"/>
                <a:gd name="connsiteY65" fmla="*/ 365093 h 420623"/>
                <a:gd name="connsiteX66" fmla="*/ 810292 w 995171"/>
                <a:gd name="connsiteY66" fmla="*/ 324231 h 420623"/>
                <a:gd name="connsiteX67" fmla="*/ 738664 w 995171"/>
                <a:gd name="connsiteY67" fmla="*/ 355854 h 420623"/>
                <a:gd name="connsiteX68" fmla="*/ 687229 w 995171"/>
                <a:gd name="connsiteY68" fmla="*/ 341376 h 420623"/>
                <a:gd name="connsiteX69" fmla="*/ 660368 w 995171"/>
                <a:gd name="connsiteY69" fmla="*/ 302133 h 420623"/>
                <a:gd name="connsiteX70" fmla="*/ 659606 w 995171"/>
                <a:gd name="connsiteY70" fmla="*/ 299466 h 420623"/>
                <a:gd name="connsiteX71" fmla="*/ 881825 w 995171"/>
                <a:gd name="connsiteY71" fmla="*/ 299466 h 420623"/>
                <a:gd name="connsiteX72" fmla="*/ 881825 w 995171"/>
                <a:gd name="connsiteY72" fmla="*/ 272796 h 420623"/>
                <a:gd name="connsiteX73" fmla="*/ 660368 w 995171"/>
                <a:gd name="connsiteY73" fmla="*/ 246793 h 420623"/>
                <a:gd name="connsiteX74" fmla="*/ 735330 w 995171"/>
                <a:gd name="connsiteY74" fmla="*/ 189929 h 420623"/>
                <a:gd name="connsiteX75" fmla="*/ 810387 w 995171"/>
                <a:gd name="connsiteY75" fmla="*/ 246698 h 420623"/>
                <a:gd name="connsiteX76" fmla="*/ 660368 w 995171"/>
                <a:gd name="connsiteY76" fmla="*/ 246793 h 42062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  <a:cxn ang="0">
                  <a:pos x="connsiteX27" y="connsiteY27"/>
                </a:cxn>
                <a:cxn ang="0">
                  <a:pos x="connsiteX28" y="connsiteY28"/>
                </a:cxn>
                <a:cxn ang="0">
                  <a:pos x="connsiteX29" y="connsiteY29"/>
                </a:cxn>
                <a:cxn ang="0">
                  <a:pos x="connsiteX30" y="connsiteY30"/>
                </a:cxn>
                <a:cxn ang="0">
                  <a:pos x="connsiteX31" y="connsiteY31"/>
                </a:cxn>
                <a:cxn ang="0">
                  <a:pos x="connsiteX32" y="connsiteY32"/>
                </a:cxn>
                <a:cxn ang="0">
                  <a:pos x="connsiteX33" y="connsiteY33"/>
                </a:cxn>
                <a:cxn ang="0">
                  <a:pos x="connsiteX34" y="connsiteY34"/>
                </a:cxn>
                <a:cxn ang="0">
                  <a:pos x="connsiteX35" y="connsiteY35"/>
                </a:cxn>
                <a:cxn ang="0">
                  <a:pos x="connsiteX36" y="connsiteY36"/>
                </a:cxn>
                <a:cxn ang="0">
                  <a:pos x="connsiteX37" y="connsiteY37"/>
                </a:cxn>
                <a:cxn ang="0">
                  <a:pos x="connsiteX38" y="connsiteY38"/>
                </a:cxn>
                <a:cxn ang="0">
                  <a:pos x="connsiteX39" y="connsiteY39"/>
                </a:cxn>
                <a:cxn ang="0">
                  <a:pos x="connsiteX40" y="connsiteY40"/>
                </a:cxn>
                <a:cxn ang="0">
                  <a:pos x="connsiteX41" y="connsiteY41"/>
                </a:cxn>
                <a:cxn ang="0">
                  <a:pos x="connsiteX42" y="connsiteY42"/>
                </a:cxn>
                <a:cxn ang="0">
                  <a:pos x="connsiteX43" y="connsiteY43"/>
                </a:cxn>
                <a:cxn ang="0">
                  <a:pos x="connsiteX44" y="connsiteY44"/>
                </a:cxn>
                <a:cxn ang="0">
                  <a:pos x="connsiteX45" y="connsiteY45"/>
                </a:cxn>
                <a:cxn ang="0">
                  <a:pos x="connsiteX46" y="connsiteY46"/>
                </a:cxn>
                <a:cxn ang="0">
                  <a:pos x="connsiteX47" y="connsiteY47"/>
                </a:cxn>
                <a:cxn ang="0">
                  <a:pos x="connsiteX48" y="connsiteY48"/>
                </a:cxn>
                <a:cxn ang="0">
                  <a:pos x="connsiteX49" y="connsiteY49"/>
                </a:cxn>
                <a:cxn ang="0">
                  <a:pos x="connsiteX50" y="connsiteY50"/>
                </a:cxn>
                <a:cxn ang="0">
                  <a:pos x="connsiteX51" y="connsiteY51"/>
                </a:cxn>
                <a:cxn ang="0">
                  <a:pos x="connsiteX52" y="connsiteY52"/>
                </a:cxn>
                <a:cxn ang="0">
                  <a:pos x="connsiteX53" y="connsiteY53"/>
                </a:cxn>
                <a:cxn ang="0">
                  <a:pos x="connsiteX54" y="connsiteY54"/>
                </a:cxn>
                <a:cxn ang="0">
                  <a:pos x="connsiteX55" y="connsiteY55"/>
                </a:cxn>
                <a:cxn ang="0">
                  <a:pos x="connsiteX56" y="connsiteY56"/>
                </a:cxn>
                <a:cxn ang="0">
                  <a:pos x="connsiteX57" y="connsiteY57"/>
                </a:cxn>
                <a:cxn ang="0">
                  <a:pos x="connsiteX58" y="connsiteY58"/>
                </a:cxn>
                <a:cxn ang="0">
                  <a:pos x="connsiteX59" y="connsiteY59"/>
                </a:cxn>
                <a:cxn ang="0">
                  <a:pos x="connsiteX60" y="connsiteY60"/>
                </a:cxn>
                <a:cxn ang="0">
                  <a:pos x="connsiteX61" y="connsiteY61"/>
                </a:cxn>
                <a:cxn ang="0">
                  <a:pos x="connsiteX62" y="connsiteY62"/>
                </a:cxn>
                <a:cxn ang="0">
                  <a:pos x="connsiteX63" y="connsiteY63"/>
                </a:cxn>
                <a:cxn ang="0">
                  <a:pos x="connsiteX64" y="connsiteY64"/>
                </a:cxn>
                <a:cxn ang="0">
                  <a:pos x="connsiteX65" y="connsiteY65"/>
                </a:cxn>
                <a:cxn ang="0">
                  <a:pos x="connsiteX66" y="connsiteY66"/>
                </a:cxn>
                <a:cxn ang="0">
                  <a:pos x="connsiteX67" y="connsiteY67"/>
                </a:cxn>
                <a:cxn ang="0">
                  <a:pos x="connsiteX68" y="connsiteY68"/>
                </a:cxn>
                <a:cxn ang="0">
                  <a:pos x="connsiteX69" y="connsiteY69"/>
                </a:cxn>
                <a:cxn ang="0">
                  <a:pos x="connsiteX70" y="connsiteY70"/>
                </a:cxn>
                <a:cxn ang="0">
                  <a:pos x="connsiteX71" y="connsiteY71"/>
                </a:cxn>
                <a:cxn ang="0">
                  <a:pos x="connsiteX72" y="connsiteY72"/>
                </a:cxn>
                <a:cxn ang="0">
                  <a:pos x="connsiteX73" y="connsiteY73"/>
                </a:cxn>
                <a:cxn ang="0">
                  <a:pos x="connsiteX74" y="connsiteY74"/>
                </a:cxn>
                <a:cxn ang="0">
                  <a:pos x="connsiteX75" y="connsiteY75"/>
                </a:cxn>
                <a:cxn ang="0">
                  <a:pos x="connsiteX76" y="connsiteY76"/>
                </a:cxn>
              </a:cxnLst>
              <a:rect l="l" t="t" r="r" b="b"/>
              <a:pathLst>
                <a:path w="995171" h="420623">
                  <a:moveTo>
                    <a:pt x="74486" y="131921"/>
                  </a:moveTo>
                  <a:lnTo>
                    <a:pt x="0" y="131921"/>
                  </a:lnTo>
                  <a:lnTo>
                    <a:pt x="0" y="414719"/>
                  </a:lnTo>
                  <a:lnTo>
                    <a:pt x="74486" y="414719"/>
                  </a:lnTo>
                  <a:lnTo>
                    <a:pt x="74486" y="131921"/>
                  </a:lnTo>
                  <a:close/>
                  <a:moveTo>
                    <a:pt x="568262" y="417576"/>
                  </a:moveTo>
                  <a:lnTo>
                    <a:pt x="568262" y="348234"/>
                  </a:lnTo>
                  <a:cubicBezTo>
                    <a:pt x="557308" y="348139"/>
                    <a:pt x="548259" y="347567"/>
                    <a:pt x="541306" y="346520"/>
                  </a:cubicBezTo>
                  <a:cubicBezTo>
                    <a:pt x="533591" y="345281"/>
                    <a:pt x="527685" y="342710"/>
                    <a:pt x="523780" y="338804"/>
                  </a:cubicBezTo>
                  <a:cubicBezTo>
                    <a:pt x="519875" y="334899"/>
                    <a:pt x="517303" y="329184"/>
                    <a:pt x="516065" y="321945"/>
                  </a:cubicBezTo>
                  <a:cubicBezTo>
                    <a:pt x="514922" y="314992"/>
                    <a:pt x="514350" y="305753"/>
                    <a:pt x="514350" y="294608"/>
                  </a:cubicBezTo>
                  <a:lnTo>
                    <a:pt x="514350" y="195644"/>
                  </a:lnTo>
                  <a:lnTo>
                    <a:pt x="568262" y="195644"/>
                  </a:lnTo>
                  <a:lnTo>
                    <a:pt x="568262" y="131921"/>
                  </a:lnTo>
                  <a:lnTo>
                    <a:pt x="514350" y="131921"/>
                  </a:lnTo>
                  <a:lnTo>
                    <a:pt x="514350" y="21812"/>
                  </a:lnTo>
                  <a:lnTo>
                    <a:pt x="439865" y="21812"/>
                  </a:lnTo>
                  <a:lnTo>
                    <a:pt x="439865" y="295180"/>
                  </a:lnTo>
                  <a:cubicBezTo>
                    <a:pt x="439865" y="318230"/>
                    <a:pt x="441865" y="337852"/>
                    <a:pt x="445865" y="353473"/>
                  </a:cubicBezTo>
                  <a:cubicBezTo>
                    <a:pt x="449771" y="368903"/>
                    <a:pt x="456438" y="381572"/>
                    <a:pt x="465677" y="391001"/>
                  </a:cubicBezTo>
                  <a:cubicBezTo>
                    <a:pt x="474917" y="400431"/>
                    <a:pt x="487204" y="407289"/>
                    <a:pt x="502063" y="411385"/>
                  </a:cubicBezTo>
                  <a:cubicBezTo>
                    <a:pt x="517112" y="415481"/>
                    <a:pt x="536258" y="417671"/>
                    <a:pt x="558927" y="417671"/>
                  </a:cubicBezTo>
                  <a:lnTo>
                    <a:pt x="568262" y="417671"/>
                  </a:lnTo>
                  <a:close/>
                  <a:moveTo>
                    <a:pt x="995172" y="0"/>
                  </a:moveTo>
                  <a:lnTo>
                    <a:pt x="920687" y="0"/>
                  </a:lnTo>
                  <a:lnTo>
                    <a:pt x="920687" y="414719"/>
                  </a:lnTo>
                  <a:lnTo>
                    <a:pt x="995172" y="414719"/>
                  </a:lnTo>
                  <a:lnTo>
                    <a:pt x="995172" y="0"/>
                  </a:lnTo>
                  <a:close/>
                  <a:moveTo>
                    <a:pt x="367951" y="159830"/>
                  </a:moveTo>
                  <a:cubicBezTo>
                    <a:pt x="347282" y="137541"/>
                    <a:pt x="318135" y="126206"/>
                    <a:pt x="281273" y="126206"/>
                  </a:cubicBezTo>
                  <a:cubicBezTo>
                    <a:pt x="263462" y="126206"/>
                    <a:pt x="247079" y="129921"/>
                    <a:pt x="232410" y="137065"/>
                  </a:cubicBezTo>
                  <a:cubicBezTo>
                    <a:pt x="217742" y="144304"/>
                    <a:pt x="205264" y="154496"/>
                    <a:pt x="195358" y="167259"/>
                  </a:cubicBezTo>
                  <a:lnTo>
                    <a:pt x="191262" y="172498"/>
                  </a:lnTo>
                  <a:lnTo>
                    <a:pt x="191262" y="167831"/>
                  </a:lnTo>
                  <a:lnTo>
                    <a:pt x="191262" y="132017"/>
                  </a:lnTo>
                  <a:lnTo>
                    <a:pt x="117920" y="132017"/>
                  </a:lnTo>
                  <a:lnTo>
                    <a:pt x="117920" y="414814"/>
                  </a:lnTo>
                  <a:lnTo>
                    <a:pt x="191929" y="414814"/>
                  </a:lnTo>
                  <a:lnTo>
                    <a:pt x="191929" y="264128"/>
                  </a:lnTo>
                  <a:lnTo>
                    <a:pt x="192024" y="274606"/>
                  </a:lnTo>
                  <a:cubicBezTo>
                    <a:pt x="192024" y="272891"/>
                    <a:pt x="192024" y="271177"/>
                    <a:pt x="192119" y="269558"/>
                  </a:cubicBezTo>
                  <a:cubicBezTo>
                    <a:pt x="192881" y="243173"/>
                    <a:pt x="199454" y="223456"/>
                    <a:pt x="211741" y="210884"/>
                  </a:cubicBezTo>
                  <a:cubicBezTo>
                    <a:pt x="224790" y="197549"/>
                    <a:pt x="240697" y="190786"/>
                    <a:pt x="258985" y="190786"/>
                  </a:cubicBezTo>
                  <a:cubicBezTo>
                    <a:pt x="280511" y="190786"/>
                    <a:pt x="296894" y="197358"/>
                    <a:pt x="307753" y="210407"/>
                  </a:cubicBezTo>
                  <a:cubicBezTo>
                    <a:pt x="318421" y="223171"/>
                    <a:pt x="323850" y="241364"/>
                    <a:pt x="323945" y="264605"/>
                  </a:cubicBezTo>
                  <a:lnTo>
                    <a:pt x="323945" y="264605"/>
                  </a:lnTo>
                  <a:lnTo>
                    <a:pt x="323945" y="265176"/>
                  </a:lnTo>
                  <a:lnTo>
                    <a:pt x="323945" y="265271"/>
                  </a:lnTo>
                  <a:lnTo>
                    <a:pt x="323945" y="414814"/>
                  </a:lnTo>
                  <a:lnTo>
                    <a:pt x="399098" y="414814"/>
                  </a:lnTo>
                  <a:lnTo>
                    <a:pt x="399098" y="254222"/>
                  </a:lnTo>
                  <a:cubicBezTo>
                    <a:pt x="399193" y="213931"/>
                    <a:pt x="388620" y="182118"/>
                    <a:pt x="367951" y="159830"/>
                  </a:cubicBezTo>
                  <a:moveTo>
                    <a:pt x="881825" y="272796"/>
                  </a:moveTo>
                  <a:cubicBezTo>
                    <a:pt x="881825" y="252508"/>
                    <a:pt x="878205" y="233267"/>
                    <a:pt x="871061" y="215646"/>
                  </a:cubicBezTo>
                  <a:cubicBezTo>
                    <a:pt x="863918" y="198025"/>
                    <a:pt x="853821" y="182309"/>
                    <a:pt x="841057" y="168974"/>
                  </a:cubicBezTo>
                  <a:cubicBezTo>
                    <a:pt x="828294" y="155639"/>
                    <a:pt x="812768" y="145066"/>
                    <a:pt x="794957" y="137636"/>
                  </a:cubicBezTo>
                  <a:cubicBezTo>
                    <a:pt x="777145" y="130112"/>
                    <a:pt x="757238" y="126302"/>
                    <a:pt x="735806" y="126302"/>
                  </a:cubicBezTo>
                  <a:cubicBezTo>
                    <a:pt x="715518" y="126302"/>
                    <a:pt x="696182" y="130207"/>
                    <a:pt x="678371" y="137922"/>
                  </a:cubicBezTo>
                  <a:cubicBezTo>
                    <a:pt x="660559" y="145637"/>
                    <a:pt x="644843" y="156210"/>
                    <a:pt x="631698" y="169355"/>
                  </a:cubicBezTo>
                  <a:cubicBezTo>
                    <a:pt x="618554" y="182499"/>
                    <a:pt x="607981" y="198215"/>
                    <a:pt x="600266" y="216027"/>
                  </a:cubicBezTo>
                  <a:cubicBezTo>
                    <a:pt x="592550" y="233839"/>
                    <a:pt x="588645" y="253175"/>
                    <a:pt x="588645" y="273463"/>
                  </a:cubicBezTo>
                  <a:cubicBezTo>
                    <a:pt x="588645" y="293751"/>
                    <a:pt x="592360" y="313087"/>
                    <a:pt x="599694" y="330899"/>
                  </a:cubicBezTo>
                  <a:cubicBezTo>
                    <a:pt x="607028" y="348710"/>
                    <a:pt x="617315" y="364426"/>
                    <a:pt x="630269" y="377571"/>
                  </a:cubicBezTo>
                  <a:cubicBezTo>
                    <a:pt x="643223" y="390716"/>
                    <a:pt x="659130" y="401288"/>
                    <a:pt x="677513" y="409004"/>
                  </a:cubicBezTo>
                  <a:cubicBezTo>
                    <a:pt x="695897" y="416719"/>
                    <a:pt x="716280" y="420624"/>
                    <a:pt x="738092" y="420624"/>
                  </a:cubicBezTo>
                  <a:cubicBezTo>
                    <a:pt x="801148" y="420624"/>
                    <a:pt x="840391" y="391954"/>
                    <a:pt x="863918" y="365093"/>
                  </a:cubicBezTo>
                  <a:lnTo>
                    <a:pt x="810292" y="324231"/>
                  </a:lnTo>
                  <a:cubicBezTo>
                    <a:pt x="798957" y="337661"/>
                    <a:pt x="772192" y="355854"/>
                    <a:pt x="738664" y="355854"/>
                  </a:cubicBezTo>
                  <a:cubicBezTo>
                    <a:pt x="717614" y="355854"/>
                    <a:pt x="700373" y="350996"/>
                    <a:pt x="687229" y="341376"/>
                  </a:cubicBezTo>
                  <a:cubicBezTo>
                    <a:pt x="674084" y="331756"/>
                    <a:pt x="665036" y="318611"/>
                    <a:pt x="660368" y="302133"/>
                  </a:cubicBezTo>
                  <a:lnTo>
                    <a:pt x="659606" y="299466"/>
                  </a:lnTo>
                  <a:lnTo>
                    <a:pt x="881825" y="299466"/>
                  </a:lnTo>
                  <a:lnTo>
                    <a:pt x="881825" y="272796"/>
                  </a:lnTo>
                  <a:close/>
                  <a:moveTo>
                    <a:pt x="660368" y="246793"/>
                  </a:moveTo>
                  <a:cubicBezTo>
                    <a:pt x="660368" y="226124"/>
                    <a:pt x="684086" y="189929"/>
                    <a:pt x="735330" y="189929"/>
                  </a:cubicBezTo>
                  <a:cubicBezTo>
                    <a:pt x="786575" y="189929"/>
                    <a:pt x="810387" y="226028"/>
                    <a:pt x="810387" y="246698"/>
                  </a:cubicBezTo>
                  <a:lnTo>
                    <a:pt x="660368" y="246793"/>
                  </a:lnTo>
                  <a:close/>
                </a:path>
              </a:pathLst>
            </a:custGeom>
            <a:solidFill>
              <a:srgbClr val="FFFFFF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defTabSz="91440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800" b="0" i="0" u="none" strike="noStrike" kern="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IntelOne Text"/>
                <a:ea typeface="Intel Clear" panose="020B0604020203020204" pitchFamily="34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9426960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26" Type="http://schemas.openxmlformats.org/officeDocument/2006/relationships/slideLayout" Target="../slideLayouts/slideLayout26.xml"/><Relationship Id="rId21" Type="http://schemas.openxmlformats.org/officeDocument/2006/relationships/slideLayout" Target="../slideLayouts/slideLayout21.xml"/><Relationship Id="rId42" Type="http://schemas.openxmlformats.org/officeDocument/2006/relationships/slideLayout" Target="../slideLayouts/slideLayout42.xml"/><Relationship Id="rId47" Type="http://schemas.openxmlformats.org/officeDocument/2006/relationships/slideLayout" Target="../slideLayouts/slideLayout47.xml"/><Relationship Id="rId63" Type="http://schemas.openxmlformats.org/officeDocument/2006/relationships/slideLayout" Target="../slideLayouts/slideLayout63.xml"/><Relationship Id="rId68" Type="http://schemas.openxmlformats.org/officeDocument/2006/relationships/slideLayout" Target="../slideLayouts/slideLayout68.xml"/><Relationship Id="rId16" Type="http://schemas.openxmlformats.org/officeDocument/2006/relationships/slideLayout" Target="../slideLayouts/slideLayout16.xml"/><Relationship Id="rId11" Type="http://schemas.openxmlformats.org/officeDocument/2006/relationships/slideLayout" Target="../slideLayouts/slideLayout11.xml"/><Relationship Id="rId32" Type="http://schemas.openxmlformats.org/officeDocument/2006/relationships/slideLayout" Target="../slideLayouts/slideLayout32.xml"/><Relationship Id="rId37" Type="http://schemas.openxmlformats.org/officeDocument/2006/relationships/slideLayout" Target="../slideLayouts/slideLayout37.xml"/><Relationship Id="rId53" Type="http://schemas.openxmlformats.org/officeDocument/2006/relationships/slideLayout" Target="../slideLayouts/slideLayout53.xml"/><Relationship Id="rId58" Type="http://schemas.openxmlformats.org/officeDocument/2006/relationships/slideLayout" Target="../slideLayouts/slideLayout58.xml"/><Relationship Id="rId74" Type="http://schemas.openxmlformats.org/officeDocument/2006/relationships/slideLayout" Target="../slideLayouts/slideLayout74.xml"/><Relationship Id="rId79" Type="http://schemas.openxmlformats.org/officeDocument/2006/relationships/slideLayout" Target="../slideLayouts/slideLayout79.xml"/><Relationship Id="rId5" Type="http://schemas.openxmlformats.org/officeDocument/2006/relationships/slideLayout" Target="../slideLayouts/slideLayout5.xml"/><Relationship Id="rId61" Type="http://schemas.openxmlformats.org/officeDocument/2006/relationships/slideLayout" Target="../slideLayouts/slideLayout61.xml"/><Relationship Id="rId82" Type="http://schemas.openxmlformats.org/officeDocument/2006/relationships/theme" Target="../theme/theme1.xml"/><Relationship Id="rId19" Type="http://schemas.openxmlformats.org/officeDocument/2006/relationships/slideLayout" Target="../slideLayouts/slideLayout1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Relationship Id="rId30" Type="http://schemas.openxmlformats.org/officeDocument/2006/relationships/slideLayout" Target="../slideLayouts/slideLayout30.xml"/><Relationship Id="rId35" Type="http://schemas.openxmlformats.org/officeDocument/2006/relationships/slideLayout" Target="../slideLayouts/slideLayout35.xml"/><Relationship Id="rId43" Type="http://schemas.openxmlformats.org/officeDocument/2006/relationships/slideLayout" Target="../slideLayouts/slideLayout43.xml"/><Relationship Id="rId48" Type="http://schemas.openxmlformats.org/officeDocument/2006/relationships/slideLayout" Target="../slideLayouts/slideLayout48.xml"/><Relationship Id="rId56" Type="http://schemas.openxmlformats.org/officeDocument/2006/relationships/slideLayout" Target="../slideLayouts/slideLayout56.xml"/><Relationship Id="rId64" Type="http://schemas.openxmlformats.org/officeDocument/2006/relationships/slideLayout" Target="../slideLayouts/slideLayout64.xml"/><Relationship Id="rId69" Type="http://schemas.openxmlformats.org/officeDocument/2006/relationships/slideLayout" Target="../slideLayouts/slideLayout69.xml"/><Relationship Id="rId77" Type="http://schemas.openxmlformats.org/officeDocument/2006/relationships/slideLayout" Target="../slideLayouts/slideLayout77.xml"/><Relationship Id="rId8" Type="http://schemas.openxmlformats.org/officeDocument/2006/relationships/slideLayout" Target="../slideLayouts/slideLayout8.xml"/><Relationship Id="rId51" Type="http://schemas.openxmlformats.org/officeDocument/2006/relationships/slideLayout" Target="../slideLayouts/slideLayout51.xml"/><Relationship Id="rId72" Type="http://schemas.openxmlformats.org/officeDocument/2006/relationships/slideLayout" Target="../slideLayouts/slideLayout72.xml"/><Relationship Id="rId80" Type="http://schemas.openxmlformats.org/officeDocument/2006/relationships/slideLayout" Target="../slideLayouts/slideLayout80.xml"/><Relationship Id="rId3" Type="http://schemas.openxmlformats.org/officeDocument/2006/relationships/slideLayout" Target="../slideLayouts/slideLayout3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33" Type="http://schemas.openxmlformats.org/officeDocument/2006/relationships/slideLayout" Target="../slideLayouts/slideLayout33.xml"/><Relationship Id="rId38" Type="http://schemas.openxmlformats.org/officeDocument/2006/relationships/slideLayout" Target="../slideLayouts/slideLayout38.xml"/><Relationship Id="rId46" Type="http://schemas.openxmlformats.org/officeDocument/2006/relationships/slideLayout" Target="../slideLayouts/slideLayout46.xml"/><Relationship Id="rId59" Type="http://schemas.openxmlformats.org/officeDocument/2006/relationships/slideLayout" Target="../slideLayouts/slideLayout59.xml"/><Relationship Id="rId67" Type="http://schemas.openxmlformats.org/officeDocument/2006/relationships/slideLayout" Target="../slideLayouts/slideLayout67.xml"/><Relationship Id="rId20" Type="http://schemas.openxmlformats.org/officeDocument/2006/relationships/slideLayout" Target="../slideLayouts/slideLayout20.xml"/><Relationship Id="rId41" Type="http://schemas.openxmlformats.org/officeDocument/2006/relationships/slideLayout" Target="../slideLayouts/slideLayout41.xml"/><Relationship Id="rId54" Type="http://schemas.openxmlformats.org/officeDocument/2006/relationships/slideLayout" Target="../slideLayouts/slideLayout54.xml"/><Relationship Id="rId62" Type="http://schemas.openxmlformats.org/officeDocument/2006/relationships/slideLayout" Target="../slideLayouts/slideLayout62.xml"/><Relationship Id="rId70" Type="http://schemas.openxmlformats.org/officeDocument/2006/relationships/slideLayout" Target="../slideLayouts/slideLayout70.xml"/><Relationship Id="rId75" Type="http://schemas.openxmlformats.org/officeDocument/2006/relationships/slideLayout" Target="../slideLayouts/slideLayout75.xml"/><Relationship Id="rId83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slideLayout" Target="../slideLayouts/slideLayout28.xml"/><Relationship Id="rId36" Type="http://schemas.openxmlformats.org/officeDocument/2006/relationships/slideLayout" Target="../slideLayouts/slideLayout36.xml"/><Relationship Id="rId49" Type="http://schemas.openxmlformats.org/officeDocument/2006/relationships/slideLayout" Target="../slideLayouts/slideLayout49.xml"/><Relationship Id="rId57" Type="http://schemas.openxmlformats.org/officeDocument/2006/relationships/slideLayout" Target="../slideLayouts/slideLayout57.xml"/><Relationship Id="rId10" Type="http://schemas.openxmlformats.org/officeDocument/2006/relationships/slideLayout" Target="../slideLayouts/slideLayout10.xml"/><Relationship Id="rId31" Type="http://schemas.openxmlformats.org/officeDocument/2006/relationships/slideLayout" Target="../slideLayouts/slideLayout31.xml"/><Relationship Id="rId44" Type="http://schemas.openxmlformats.org/officeDocument/2006/relationships/slideLayout" Target="../slideLayouts/slideLayout44.xml"/><Relationship Id="rId52" Type="http://schemas.openxmlformats.org/officeDocument/2006/relationships/slideLayout" Target="../slideLayouts/slideLayout52.xml"/><Relationship Id="rId60" Type="http://schemas.openxmlformats.org/officeDocument/2006/relationships/slideLayout" Target="../slideLayouts/slideLayout60.xml"/><Relationship Id="rId65" Type="http://schemas.openxmlformats.org/officeDocument/2006/relationships/slideLayout" Target="../slideLayouts/slideLayout65.xml"/><Relationship Id="rId73" Type="http://schemas.openxmlformats.org/officeDocument/2006/relationships/slideLayout" Target="../slideLayouts/slideLayout73.xml"/><Relationship Id="rId78" Type="http://schemas.openxmlformats.org/officeDocument/2006/relationships/slideLayout" Target="../slideLayouts/slideLayout78.xml"/><Relationship Id="rId81" Type="http://schemas.openxmlformats.org/officeDocument/2006/relationships/slideLayout" Target="../slideLayouts/slideLayout8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9" Type="http://schemas.openxmlformats.org/officeDocument/2006/relationships/slideLayout" Target="../slideLayouts/slideLayout39.xml"/><Relationship Id="rId34" Type="http://schemas.openxmlformats.org/officeDocument/2006/relationships/slideLayout" Target="../slideLayouts/slideLayout34.xml"/><Relationship Id="rId50" Type="http://schemas.openxmlformats.org/officeDocument/2006/relationships/slideLayout" Target="../slideLayouts/slideLayout50.xml"/><Relationship Id="rId55" Type="http://schemas.openxmlformats.org/officeDocument/2006/relationships/slideLayout" Target="../slideLayouts/slideLayout55.xml"/><Relationship Id="rId76" Type="http://schemas.openxmlformats.org/officeDocument/2006/relationships/slideLayout" Target="../slideLayouts/slideLayout76.xml"/><Relationship Id="rId7" Type="http://schemas.openxmlformats.org/officeDocument/2006/relationships/slideLayout" Target="../slideLayouts/slideLayout7.xml"/><Relationship Id="rId71" Type="http://schemas.openxmlformats.org/officeDocument/2006/relationships/slideLayout" Target="../slideLayouts/slideLayout71.xml"/><Relationship Id="rId2" Type="http://schemas.openxmlformats.org/officeDocument/2006/relationships/slideLayout" Target="../slideLayouts/slideLayout2.xml"/><Relationship Id="rId29" Type="http://schemas.openxmlformats.org/officeDocument/2006/relationships/slideLayout" Target="../slideLayouts/slideLayout29.xml"/><Relationship Id="rId24" Type="http://schemas.openxmlformats.org/officeDocument/2006/relationships/slideLayout" Target="../slideLayouts/slideLayout24.xml"/><Relationship Id="rId40" Type="http://schemas.openxmlformats.org/officeDocument/2006/relationships/slideLayout" Target="../slideLayouts/slideLayout40.xml"/><Relationship Id="rId45" Type="http://schemas.openxmlformats.org/officeDocument/2006/relationships/slideLayout" Target="../slideLayouts/slideLayout45.xml"/><Relationship Id="rId66" Type="http://schemas.openxmlformats.org/officeDocument/2006/relationships/slideLayout" Target="../slideLayouts/slideLayout6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8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1BA0418-D0B8-4038-AB65-D4C12FC9E8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1604" y="347472"/>
            <a:ext cx="10908792" cy="640080"/>
          </a:xfrm>
          <a:prstGeom prst="rect">
            <a:avLst/>
          </a:prstGeom>
        </p:spPr>
        <p:txBody>
          <a:bodyPr vert="horz" lIns="0" tIns="0" rIns="0" bIns="0" rtlCol="0" anchor="b" anchorCtr="0">
            <a:noAutofit/>
          </a:bodyPr>
          <a:lstStyle/>
          <a:p>
            <a:r>
              <a:rPr lang="en-US"/>
              <a:t>Click to edit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EA8DDE-64C9-4F0E-9EE0-F0DA0067745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1604" y="1353310"/>
            <a:ext cx="10908792" cy="4864605"/>
          </a:xfrm>
          <a:prstGeom prst="rect">
            <a:avLst/>
          </a:prstGeom>
        </p:spPr>
        <p:txBody>
          <a:bodyPr vert="horz" lIns="0" tIns="0" rIns="0" bIns="0" rtlCol="0">
            <a:normAutofit/>
          </a:bodyPr>
          <a:lstStyle/>
          <a:p>
            <a:pPr lvl="0"/>
            <a:r>
              <a:rPr lang="en-US"/>
              <a:t>Click to edit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1" name="Rectangle 30" descr="Intel Confidential">
            <a:extLst>
              <a:ext uri="{FF2B5EF4-FFF2-40B4-BE49-F238E27FC236}">
                <a16:creationId xmlns:a16="http://schemas.microsoft.com/office/drawing/2014/main" id="{50F7413C-6233-12B1-FAC7-FD700D3FD900}"/>
              </a:ext>
            </a:extLst>
          </p:cNvPr>
          <p:cNvSpPr/>
          <p:nvPr userDrawn="1"/>
        </p:nvSpPr>
        <p:spPr>
          <a:xfrm>
            <a:off x="10430459" y="6515100"/>
            <a:ext cx="1121461" cy="228600"/>
          </a:xfrm>
          <a:prstGeom prst="rect">
            <a:avLst/>
          </a:prstGeom>
        </p:spPr>
        <p:txBody>
          <a:bodyPr wrap="none" lIns="0" tIns="0" rIns="0" bIns="0" anchor="ctr" anchorCtr="0">
            <a:noAutofit/>
          </a:bodyPr>
          <a:lstStyle/>
          <a:p>
            <a:pPr algn="r"/>
            <a:r>
              <a:rPr lang="en-US" sz="1000" b="0" i="0">
                <a:solidFill>
                  <a:schemeClr val="tx1"/>
                </a:solidFill>
                <a:latin typeface="+mn-lt"/>
                <a:ea typeface="Intel Clear" panose="020B0604020203020204" pitchFamily="34" charset="0"/>
                <a:cs typeface="Times New Roman" panose="02020603050405020304" pitchFamily="18" charset="0"/>
              </a:rPr>
              <a:t>Intel Confidential</a:t>
            </a:r>
          </a:p>
        </p:txBody>
      </p:sp>
    </p:spTree>
    <p:extLst>
      <p:ext uri="{BB962C8B-B14F-4D97-AF65-F5344CB8AC3E}">
        <p14:creationId xmlns:p14="http://schemas.microsoft.com/office/powerpoint/2010/main" val="232737113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797" r:id="rId1"/>
    <p:sldLayoutId id="2147483798" r:id="rId2"/>
    <p:sldLayoutId id="2147483799" r:id="rId3"/>
    <p:sldLayoutId id="2147483805" r:id="rId4"/>
    <p:sldLayoutId id="2147483800" r:id="rId5"/>
    <p:sldLayoutId id="2147483801" r:id="rId6"/>
    <p:sldLayoutId id="2147483866" r:id="rId7"/>
    <p:sldLayoutId id="2147483867" r:id="rId8"/>
    <p:sldLayoutId id="2147483869" r:id="rId9"/>
    <p:sldLayoutId id="2147483871" r:id="rId10"/>
    <p:sldLayoutId id="2147483872" r:id="rId11"/>
    <p:sldLayoutId id="2147483873" r:id="rId12"/>
    <p:sldLayoutId id="2147483804" r:id="rId13"/>
    <p:sldLayoutId id="2147483803" r:id="rId14"/>
    <p:sldLayoutId id="2147483820" r:id="rId15"/>
    <p:sldLayoutId id="2147483806" r:id="rId16"/>
    <p:sldLayoutId id="2147483807" r:id="rId17"/>
    <p:sldLayoutId id="2147483808" r:id="rId18"/>
    <p:sldLayoutId id="2147483817" r:id="rId19"/>
    <p:sldLayoutId id="2147483818" r:id="rId20"/>
    <p:sldLayoutId id="2147483819" r:id="rId21"/>
    <p:sldLayoutId id="2147483758" r:id="rId22"/>
    <p:sldLayoutId id="2147483840" r:id="rId23"/>
    <p:sldLayoutId id="2147483828" r:id="rId24"/>
    <p:sldLayoutId id="2147483829" r:id="rId25"/>
    <p:sldLayoutId id="2147483875" r:id="rId26"/>
    <p:sldLayoutId id="2147483841" r:id="rId27"/>
    <p:sldLayoutId id="2147483842" r:id="rId28"/>
    <p:sldLayoutId id="2147483843" r:id="rId29"/>
    <p:sldLayoutId id="2147483844" r:id="rId30"/>
    <p:sldLayoutId id="2147483762" r:id="rId31"/>
    <p:sldLayoutId id="2147483845" r:id="rId32"/>
    <p:sldLayoutId id="2147483846" r:id="rId33"/>
    <p:sldLayoutId id="2147483763" r:id="rId34"/>
    <p:sldLayoutId id="2147483847" r:id="rId35"/>
    <p:sldLayoutId id="2147483848" r:id="rId36"/>
    <p:sldLayoutId id="2147483764" r:id="rId37"/>
    <p:sldLayoutId id="2147483849" r:id="rId38"/>
    <p:sldLayoutId id="2147483850" r:id="rId39"/>
    <p:sldLayoutId id="2147483765" r:id="rId40"/>
    <p:sldLayoutId id="2147483851" r:id="rId41"/>
    <p:sldLayoutId id="2147483852" r:id="rId42"/>
    <p:sldLayoutId id="2147483766" r:id="rId43"/>
    <p:sldLayoutId id="2147483853" r:id="rId44"/>
    <p:sldLayoutId id="2147483854" r:id="rId45"/>
    <p:sldLayoutId id="2147483767" r:id="rId46"/>
    <p:sldLayoutId id="2147483855" r:id="rId47"/>
    <p:sldLayoutId id="2147483856" r:id="rId48"/>
    <p:sldLayoutId id="2147483768" r:id="rId49"/>
    <p:sldLayoutId id="2147483857" r:id="rId50"/>
    <p:sldLayoutId id="2147483858" r:id="rId51"/>
    <p:sldLayoutId id="2147483861" r:id="rId52"/>
    <p:sldLayoutId id="2147483862" r:id="rId53"/>
    <p:sldLayoutId id="2147483770" r:id="rId54"/>
    <p:sldLayoutId id="2147483863" r:id="rId55"/>
    <p:sldLayoutId id="2147483771" r:id="rId56"/>
    <p:sldLayoutId id="2147483864" r:id="rId57"/>
    <p:sldLayoutId id="2147483772" r:id="rId58"/>
    <p:sldLayoutId id="2147483865" r:id="rId59"/>
    <p:sldLayoutId id="2147483773" r:id="rId60"/>
    <p:sldLayoutId id="2147483881" r:id="rId61"/>
    <p:sldLayoutId id="2147483859" r:id="rId62"/>
    <p:sldLayoutId id="2147483860" r:id="rId63"/>
    <p:sldLayoutId id="2147483774" r:id="rId64"/>
    <p:sldLayoutId id="2147483882" r:id="rId65"/>
    <p:sldLayoutId id="2147483883" r:id="rId66"/>
    <p:sldLayoutId id="2147483884" r:id="rId67"/>
    <p:sldLayoutId id="2147483775" r:id="rId68"/>
    <p:sldLayoutId id="2147483776" r:id="rId69"/>
    <p:sldLayoutId id="2147483777" r:id="rId70"/>
    <p:sldLayoutId id="2147483778" r:id="rId71"/>
    <p:sldLayoutId id="2147483779" r:id="rId72"/>
    <p:sldLayoutId id="2147483780" r:id="rId73"/>
    <p:sldLayoutId id="2147483781" r:id="rId74"/>
    <p:sldLayoutId id="2147483835" r:id="rId75"/>
    <p:sldLayoutId id="2147483837" r:id="rId76"/>
    <p:sldLayoutId id="2147483783" r:id="rId77"/>
    <p:sldLayoutId id="2147483839" r:id="rId78"/>
    <p:sldLayoutId id="2147483788" r:id="rId79"/>
    <p:sldLayoutId id="2147483752" r:id="rId80"/>
    <p:sldLayoutId id="2147483838" r:id="rId81"/>
  </p:sldLayoutIdLst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  <p:hf sldNum="0"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IntelOne Display Regular" panose="020B0503020203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IntelOne Text" panose="020B0503020203020204" pitchFamily="34" charset="0"/>
        <a:buChar char="–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IntelOne Display Regular" panose="020B0503020203020204" pitchFamily="34" charset="0"/>
        <a:buChar char="•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3pPr>
      <a:lvl4pPr marL="9144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IntelOne Text" panose="020B0503020203020204" pitchFamily="34" charset="0"/>
        <a:buChar char="–"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4pPr>
      <a:lvl5pPr marL="1143000" indent="-2286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chemeClr val="accent2"/>
        </a:buClr>
        <a:buFont typeface="IntelOne Display Regular" panose="020B0503020203020204" pitchFamily="34" charset="0"/>
        <a:buChar char="•"/>
        <a:tabLst/>
        <a:defRPr sz="2000" b="0" i="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F26B43"/>
          </p15:clr>
        </p15:guide>
        <p15:guide id="2" pos="384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7392" userDrawn="1">
          <p15:clr>
            <a:srgbClr val="F26B43"/>
          </p15:clr>
        </p15:guide>
        <p15:guide id="5" orient="horz" pos="288" userDrawn="1">
          <p15:clr>
            <a:srgbClr val="F26B43"/>
          </p15:clr>
        </p15:guide>
        <p15:guide id="6" orient="horz" pos="4032" userDrawn="1">
          <p15:clr>
            <a:srgbClr val="F26B43"/>
          </p15:clr>
        </p15:guide>
        <p15:guide id="7" orient="horz" pos="402" userDrawn="1">
          <p15:clr>
            <a:srgbClr val="F26B43"/>
          </p15:clr>
        </p15:guide>
        <p15:guide id="8" orient="horz" pos="622" userDrawn="1">
          <p15:clr>
            <a:srgbClr val="F26B43"/>
          </p15:clr>
        </p15:guide>
        <p15:guide id="9" orient="horz" pos="851" userDrawn="1">
          <p15:clr>
            <a:srgbClr val="F26B43"/>
          </p15:clr>
        </p15:guide>
        <p15:guide id="10" orient="horz" pos="2383" userDrawn="1">
          <p15:clr>
            <a:srgbClr val="F26B43"/>
          </p15:clr>
        </p15:guide>
        <p15:guide id="11" orient="horz" pos="3917" userDrawn="1">
          <p15:clr>
            <a:srgbClr val="F26B43"/>
          </p15:clr>
        </p15:guide>
        <p15:guide id="12" pos="7276" userDrawn="1">
          <p15:clr>
            <a:srgbClr val="F26B43"/>
          </p15:clr>
        </p15:guide>
        <p15:guide id="13" pos="402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9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9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3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80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80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80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80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29839C-6F14-A441-8281-879773E017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174" y="1590067"/>
            <a:ext cx="10915652" cy="1362075"/>
          </a:xfrm>
        </p:spPr>
        <p:txBody>
          <a:bodyPr>
            <a:normAutofit fontScale="90000"/>
          </a:bodyPr>
          <a:lstStyle/>
          <a:p>
            <a:r>
              <a:rPr lang="en-US" dirty="0"/>
              <a:t>Hackathon 2026</a:t>
            </a:r>
            <a:br>
              <a:rPr lang="en-US" dirty="0"/>
            </a:br>
            <a:r>
              <a:rPr lang="en-US" sz="2400" dirty="0" err="1">
                <a:solidFill>
                  <a:schemeClr val="accent2"/>
                </a:solidFill>
                <a:latin typeface="+mn-lt"/>
              </a:rPr>
              <a:t>CodeGuard</a:t>
            </a:r>
            <a:r>
              <a:rPr lang="en-US" sz="2400" dirty="0">
                <a:solidFill>
                  <a:schemeClr val="accent2"/>
                </a:solidFill>
                <a:latin typeface="+mn-lt"/>
              </a:rPr>
              <a:t> 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FCDE6B2-43F6-E813-8A73-EBBBC4E47D1F}"/>
              </a:ext>
            </a:extLst>
          </p:cNvPr>
          <p:cNvSpPr txBox="1"/>
          <p:nvPr/>
        </p:nvSpPr>
        <p:spPr>
          <a:xfrm>
            <a:off x="904875" y="3670300"/>
            <a:ext cx="10382250" cy="2313967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/>
              <a:t>Aguilar Obando, Alvaro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Blandon, Enjells J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Orellana Pineda, Cesar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Oviedo, Nelson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Vargas Aguero, Esteban</a:t>
            </a:r>
          </a:p>
        </p:txBody>
      </p:sp>
    </p:spTree>
    <p:extLst>
      <p:ext uri="{BB962C8B-B14F-4D97-AF65-F5344CB8AC3E}">
        <p14:creationId xmlns:p14="http://schemas.microsoft.com/office/powerpoint/2010/main" val="2222585258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C8384CD-3674-761F-3788-B3BD358D9F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FEBD19-A980-CAF4-86B7-09BF022EEF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087" y="2540000"/>
            <a:ext cx="11299826" cy="1582737"/>
          </a:xfrm>
        </p:spPr>
        <p:txBody>
          <a:bodyPr>
            <a:normAutofit fontScale="90000"/>
          </a:bodyPr>
          <a:lstStyle/>
          <a:p>
            <a:r>
              <a:rPr lang="en-US" sz="6700" b="1" dirty="0"/>
              <a:t>Git-Aware AI Test Generation</a:t>
            </a:r>
            <a:br>
              <a:rPr lang="en-US" dirty="0"/>
            </a:br>
            <a:r>
              <a:rPr lang="en-US" sz="2400" dirty="0">
                <a:solidFill>
                  <a:schemeClr val="accent2"/>
                </a:solidFill>
                <a:latin typeface="+mn-lt"/>
              </a:rPr>
              <a:t>AI that reads your changes, then writes, runs, and reports the tests for you</a:t>
            </a:r>
          </a:p>
        </p:txBody>
      </p:sp>
    </p:spTree>
    <p:extLst>
      <p:ext uri="{BB962C8B-B14F-4D97-AF65-F5344CB8AC3E}">
        <p14:creationId xmlns:p14="http://schemas.microsoft.com/office/powerpoint/2010/main" val="126951838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646F98B-046F-3DE3-B147-2BC0AFE2E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ingle Title Line">
            <a:extLst>
              <a:ext uri="{FF2B5EF4-FFF2-40B4-BE49-F238E27FC236}">
                <a16:creationId xmlns:a16="http://schemas.microsoft.com/office/drawing/2014/main" id="{BCFF9302-A6D4-7132-4A62-FB34F6EC7F82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dirty="0"/>
              <a:t>Test cases problems</a:t>
            </a:r>
          </a:p>
        </p:txBody>
      </p:sp>
      <p:sp>
        <p:nvSpPr>
          <p:cNvPr id="280" name="Subtitle And Bullet Text">
            <a:extLst>
              <a:ext uri="{FF2B5EF4-FFF2-40B4-BE49-F238E27FC236}">
                <a16:creationId xmlns:a16="http://schemas.microsoft.com/office/drawing/2014/main" id="{A42FFEF5-CBA5-DE7D-890E-5EE8187C49F4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Creating test cases takes time</a:t>
            </a:r>
          </a:p>
          <a:p>
            <a:r>
              <a:rPr lang="en-US" dirty="0"/>
              <a:t>Set-up needed to start a small test (Install apps, troubleshoot, research, </a:t>
            </a:r>
            <a:r>
              <a:rPr lang="en-US" dirty="0" err="1"/>
              <a:t>etc</a:t>
            </a:r>
            <a:r>
              <a:rPr lang="en-US" dirty="0"/>
              <a:t>)</a:t>
            </a:r>
          </a:p>
          <a:p>
            <a:r>
              <a:rPr lang="en-US" dirty="0"/>
              <a:t>Even with AI, you need to manually explain what the code changes are</a:t>
            </a:r>
          </a:p>
          <a:p>
            <a:r>
              <a:rPr lang="en-US" dirty="0"/>
              <a:t>Existing tests become outdated when UI changes and nobody updates them</a:t>
            </a:r>
          </a:p>
        </p:txBody>
      </p:sp>
    </p:spTree>
    <p:extLst>
      <p:ext uri="{BB962C8B-B14F-4D97-AF65-F5344CB8AC3E}">
        <p14:creationId xmlns:p14="http://schemas.microsoft.com/office/powerpoint/2010/main" val="1197582734"/>
      </p:ext>
    </p:extLst>
  </p:cSld>
  <p:clrMapOvr>
    <a:masterClrMapping/>
  </p:clrMapOvr>
  <p:transition spd="slow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12BBD77-C1F2-EB4F-80AE-91C0E74CB3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ingle Title Line">
            <a:extLst>
              <a:ext uri="{FF2B5EF4-FFF2-40B4-BE49-F238E27FC236}">
                <a16:creationId xmlns:a16="http://schemas.microsoft.com/office/drawing/2014/main" id="{4B08F008-0055-8170-AB95-9A7D0B68E146}"/>
              </a:ext>
            </a:extLst>
          </p:cNvPr>
          <p:cNvSpPr txBox="1"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4400" b="1" dirty="0"/>
              <a:t>Git-Aware AI Test Generation</a:t>
            </a:r>
            <a:endParaRPr lang="en-US" sz="4400" dirty="0"/>
          </a:p>
        </p:txBody>
      </p:sp>
      <p:sp>
        <p:nvSpPr>
          <p:cNvPr id="280" name="Subtitle And Bullet Text">
            <a:extLst>
              <a:ext uri="{FF2B5EF4-FFF2-40B4-BE49-F238E27FC236}">
                <a16:creationId xmlns:a16="http://schemas.microsoft.com/office/drawing/2014/main" id="{DC001337-AF8F-A17E-20DD-F7F7485A26A6}"/>
              </a:ext>
            </a:extLst>
          </p:cNvPr>
          <p:cNvSpPr txBox="1"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Zero-effort for you, Just create a Git Pull Request</a:t>
            </a:r>
          </a:p>
          <a:p>
            <a:r>
              <a:rPr lang="en-US" dirty="0"/>
              <a:t>No need to explain the code, the tool will read it for you</a:t>
            </a:r>
          </a:p>
          <a:p>
            <a:r>
              <a:rPr lang="en-US" dirty="0"/>
              <a:t>Detailed reports by Playwright </a:t>
            </a:r>
          </a:p>
        </p:txBody>
      </p:sp>
    </p:spTree>
    <p:extLst>
      <p:ext uri="{BB962C8B-B14F-4D97-AF65-F5344CB8AC3E}">
        <p14:creationId xmlns:p14="http://schemas.microsoft.com/office/powerpoint/2010/main" val="2056649630"/>
      </p:ext>
    </p:extLst>
  </p:cSld>
  <p:clrMapOvr>
    <a:masterClrMapping/>
  </p:clrMapOvr>
  <p:transition spd="slow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6C5581A-FAC6-A819-7C67-60010AFC6B0C}"/>
              </a:ext>
            </a:extLst>
          </p:cNvPr>
          <p:cNvSpPr/>
          <p:nvPr/>
        </p:nvSpPr>
        <p:spPr>
          <a:xfrm>
            <a:off x="742950" y="480864"/>
            <a:ext cx="10477500" cy="6400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37160" rIns="0" bIns="137160" rtlCol="0" anchor="ctr"/>
          <a:lstStyle/>
          <a:p>
            <a:r>
              <a:rPr lang="en-US" sz="3200" dirty="0">
                <a:solidFill>
                  <a:schemeClr val="tx1"/>
                </a:solidFill>
                <a:latin typeface="IntelOne Text Medium" panose="020B0703020203020204" pitchFamily="34" charset="0"/>
              </a:rPr>
              <a:t>Long term vision</a:t>
            </a:r>
          </a:p>
        </p:txBody>
      </p:sp>
      <p:pic>
        <p:nvPicPr>
          <p:cNvPr id="1030" name="Picture 6">
            <a:extLst>
              <a:ext uri="{FF2B5EF4-FFF2-40B4-BE49-F238E27FC236}">
                <a16:creationId xmlns:a16="http://schemas.microsoft.com/office/drawing/2014/main" id="{025FDC1D-FDC0-89A3-CD07-5821B11EDA7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75423" y="1759846"/>
            <a:ext cx="1012801" cy="98432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ED2A0326-594B-14A4-3F78-1CE365DC75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700" y="1627245"/>
            <a:ext cx="2239518" cy="125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5D4AA825-6552-0553-2DB2-CDC528C82A56}"/>
              </a:ext>
            </a:extLst>
          </p:cNvPr>
          <p:cNvSpPr txBox="1"/>
          <p:nvPr/>
        </p:nvSpPr>
        <p:spPr>
          <a:xfrm>
            <a:off x="383159" y="3511735"/>
            <a:ext cx="2514600" cy="1661993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/>
            <a:r>
              <a:rPr lang="en-US" dirty="0"/>
              <a:t>Pull Request</a:t>
            </a:r>
          </a:p>
          <a:p>
            <a:pPr algn="ctr"/>
            <a:r>
              <a:rPr lang="en-US" dirty="0"/>
              <a:t>created on GitHub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Sent by Webhook event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21425E2E-19BD-94F3-21D5-7473600B30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475" y="2679766"/>
            <a:ext cx="2279650" cy="460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2131D6D4-CD47-A784-7732-B9F95A439D81}"/>
              </a:ext>
            </a:extLst>
          </p:cNvPr>
          <p:cNvCxnSpPr>
            <a:stCxn id="1028" idx="3"/>
            <a:endCxn id="1030" idx="1"/>
          </p:cNvCxnSpPr>
          <p:nvPr/>
        </p:nvCxnSpPr>
        <p:spPr>
          <a:xfrm flipV="1">
            <a:off x="2760218" y="2252006"/>
            <a:ext cx="2215205" cy="510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31BEB738-958C-8A72-346D-B68C5E5CF953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826" y="805971"/>
            <a:ext cx="3561924" cy="289207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99A5144F-F1AC-3A0A-D8B3-C008B235B39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6826" y="4023148"/>
            <a:ext cx="3487282" cy="17312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B0903D9-A099-E113-6C3F-7F471CD67927}"/>
              </a:ext>
            </a:extLst>
          </p:cNvPr>
          <p:cNvCxnSpPr>
            <a:cxnSpLocks/>
            <a:stCxn id="1030" idx="3"/>
            <a:endCxn id="10" idx="1"/>
          </p:cNvCxnSpPr>
          <p:nvPr/>
        </p:nvCxnSpPr>
        <p:spPr>
          <a:xfrm>
            <a:off x="5988224" y="2252006"/>
            <a:ext cx="203860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EB451157-E5DB-B591-34D5-C44A09017DC4}"/>
              </a:ext>
            </a:extLst>
          </p:cNvPr>
          <p:cNvSpPr txBox="1"/>
          <p:nvPr/>
        </p:nvSpPr>
        <p:spPr>
          <a:xfrm>
            <a:off x="4240311" y="3510348"/>
            <a:ext cx="2514600" cy="1107996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/>
            <a:r>
              <a:rPr lang="en-US" b="1" dirty="0"/>
              <a:t>Read</a:t>
            </a:r>
            <a:r>
              <a:rPr lang="en-US" dirty="0"/>
              <a:t> the changes, </a:t>
            </a:r>
            <a:r>
              <a:rPr lang="en-US" b="1" dirty="0"/>
              <a:t>create</a:t>
            </a:r>
            <a:r>
              <a:rPr lang="en-US" dirty="0"/>
              <a:t> and </a:t>
            </a:r>
            <a:r>
              <a:rPr lang="en-US" b="1" dirty="0"/>
              <a:t>run</a:t>
            </a:r>
            <a:r>
              <a:rPr lang="en-US" dirty="0"/>
              <a:t> test cases in the server</a:t>
            </a:r>
          </a:p>
        </p:txBody>
      </p:sp>
      <p:grpSp>
        <p:nvGrpSpPr>
          <p:cNvPr id="22" name="Group 9">
            <a:extLst>
              <a:ext uri="{FF2B5EF4-FFF2-40B4-BE49-F238E27FC236}">
                <a16:creationId xmlns:a16="http://schemas.microsoft.com/office/drawing/2014/main" id="{FA998642-7CF0-70C5-D9FA-A389414AB2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127647" y="949120"/>
            <a:ext cx="739927" cy="739927"/>
            <a:chOff x="4318" y="1008"/>
            <a:chExt cx="2304" cy="2304"/>
          </a:xfrm>
          <a:solidFill>
            <a:schemeClr val="tx2"/>
          </a:solidFill>
        </p:grpSpPr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2515C1C9-CD96-169B-EDC6-9EADB8FDB26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18" y="1008"/>
              <a:ext cx="2304" cy="2304"/>
            </a:xfrm>
            <a:custGeom>
              <a:avLst/>
              <a:gdLst>
                <a:gd name="T0" fmla="*/ 1794 w 13824"/>
                <a:gd name="T1" fmla="*/ 9213 h 13824"/>
                <a:gd name="T2" fmla="*/ 0 w 13824"/>
                <a:gd name="T3" fmla="*/ 7838 h 13824"/>
                <a:gd name="T4" fmla="*/ 0 w 13824"/>
                <a:gd name="T5" fmla="*/ 7341 h 13824"/>
                <a:gd name="T6" fmla="*/ 1794 w 13824"/>
                <a:gd name="T7" fmla="*/ 6463 h 13824"/>
                <a:gd name="T8" fmla="*/ 0 w 13824"/>
                <a:gd name="T9" fmla="*/ 6463 h 13824"/>
                <a:gd name="T10" fmla="*/ 1794 w 13824"/>
                <a:gd name="T11" fmla="*/ 4592 h 13824"/>
                <a:gd name="T12" fmla="*/ 12030 w 13824"/>
                <a:gd name="T13" fmla="*/ 9213 h 13824"/>
                <a:gd name="T14" fmla="*/ 12030 w 13824"/>
                <a:gd name="T15" fmla="*/ 8716 h 13824"/>
                <a:gd name="T16" fmla="*/ 13824 w 13824"/>
                <a:gd name="T17" fmla="*/ 7838 h 13824"/>
                <a:gd name="T18" fmla="*/ 12030 w 13824"/>
                <a:gd name="T19" fmla="*/ 7838 h 13824"/>
                <a:gd name="T20" fmla="*/ 13824 w 13824"/>
                <a:gd name="T21" fmla="*/ 5966 h 13824"/>
                <a:gd name="T22" fmla="*/ 12030 w 13824"/>
                <a:gd name="T23" fmla="*/ 4592 h 13824"/>
                <a:gd name="T24" fmla="*/ 13824 w 13824"/>
                <a:gd name="T25" fmla="*/ 4592 h 13824"/>
                <a:gd name="T26" fmla="*/ 9223 w 13824"/>
                <a:gd name="T27" fmla="*/ 13824 h 13824"/>
                <a:gd name="T28" fmla="*/ 8725 w 13824"/>
                <a:gd name="T29" fmla="*/ 13824 h 13824"/>
                <a:gd name="T30" fmla="*/ 7848 w 13824"/>
                <a:gd name="T31" fmla="*/ 12030 h 13824"/>
                <a:gd name="T32" fmla="*/ 5976 w 13824"/>
                <a:gd name="T33" fmla="*/ 13824 h 13824"/>
                <a:gd name="T34" fmla="*/ 5976 w 13824"/>
                <a:gd name="T35" fmla="*/ 12030 h 13824"/>
                <a:gd name="T36" fmla="*/ 5099 w 13824"/>
                <a:gd name="T37" fmla="*/ 13824 h 13824"/>
                <a:gd name="T38" fmla="*/ 4601 w 13824"/>
                <a:gd name="T39" fmla="*/ 13824 h 13824"/>
                <a:gd name="T40" fmla="*/ 8725 w 13824"/>
                <a:gd name="T41" fmla="*/ 1794 h 13824"/>
                <a:gd name="T42" fmla="*/ 7848 w 13824"/>
                <a:gd name="T43" fmla="*/ 0 h 13824"/>
                <a:gd name="T44" fmla="*/ 7848 w 13824"/>
                <a:gd name="T45" fmla="*/ 1794 h 13824"/>
                <a:gd name="T46" fmla="*/ 5976 w 13824"/>
                <a:gd name="T47" fmla="*/ 0 h 13824"/>
                <a:gd name="T48" fmla="*/ 6473 w 13824"/>
                <a:gd name="T49" fmla="*/ 0 h 13824"/>
                <a:gd name="T50" fmla="*/ 4601 w 13824"/>
                <a:gd name="T51" fmla="*/ 1794 h 13824"/>
                <a:gd name="T52" fmla="*/ 9915 w 13824"/>
                <a:gd name="T53" fmla="*/ 4621 h 13824"/>
                <a:gd name="T54" fmla="*/ 9915 w 13824"/>
                <a:gd name="T55" fmla="*/ 5118 h 13824"/>
                <a:gd name="T56" fmla="*/ 10490 w 13824"/>
                <a:gd name="T57" fmla="*/ 6435 h 13824"/>
                <a:gd name="T58" fmla="*/ 10490 w 13824"/>
                <a:gd name="T59" fmla="*/ 7262 h 13824"/>
                <a:gd name="T60" fmla="*/ 9915 w 13824"/>
                <a:gd name="T61" fmla="*/ 8579 h 13824"/>
                <a:gd name="T62" fmla="*/ 9915 w 13824"/>
                <a:gd name="T63" fmla="*/ 9076 h 13824"/>
                <a:gd name="T64" fmla="*/ 9173 w 13824"/>
                <a:gd name="T65" fmla="*/ 10392 h 13824"/>
                <a:gd name="T66" fmla="*/ 7848 w 13824"/>
                <a:gd name="T67" fmla="*/ 9817 h 13824"/>
                <a:gd name="T68" fmla="*/ 7351 w 13824"/>
                <a:gd name="T69" fmla="*/ 9817 h 13824"/>
                <a:gd name="T70" fmla="*/ 6035 w 13824"/>
                <a:gd name="T71" fmla="*/ 10392 h 13824"/>
                <a:gd name="T72" fmla="*/ 5216 w 13824"/>
                <a:gd name="T73" fmla="*/ 10392 h 13824"/>
                <a:gd name="T74" fmla="*/ 3977 w 13824"/>
                <a:gd name="T75" fmla="*/ 9817 h 13824"/>
                <a:gd name="T76" fmla="*/ 3402 w 13824"/>
                <a:gd name="T77" fmla="*/ 8579 h 13824"/>
                <a:gd name="T78" fmla="*/ 3402 w 13824"/>
                <a:gd name="T79" fmla="*/ 7761 h 13824"/>
                <a:gd name="T80" fmla="*/ 3977 w 13824"/>
                <a:gd name="T81" fmla="*/ 6435 h 13824"/>
                <a:gd name="T82" fmla="*/ 3977 w 13824"/>
                <a:gd name="T83" fmla="*/ 5947 h 13824"/>
                <a:gd name="T84" fmla="*/ 3402 w 13824"/>
                <a:gd name="T85" fmla="*/ 4621 h 13824"/>
                <a:gd name="T86" fmla="*/ 4719 w 13824"/>
                <a:gd name="T87" fmla="*/ 3880 h 13824"/>
                <a:gd name="T88" fmla="*/ 5216 w 13824"/>
                <a:gd name="T89" fmla="*/ 3880 h 13824"/>
                <a:gd name="T90" fmla="*/ 6532 w 13824"/>
                <a:gd name="T91" fmla="*/ 3305 h 13824"/>
                <a:gd name="T92" fmla="*/ 7351 w 13824"/>
                <a:gd name="T93" fmla="*/ 3305 h 13824"/>
                <a:gd name="T94" fmla="*/ 8676 w 13824"/>
                <a:gd name="T95" fmla="*/ 3880 h 13824"/>
                <a:gd name="T96" fmla="*/ 9173 w 13824"/>
                <a:gd name="T97" fmla="*/ 3880 h 13824"/>
                <a:gd name="T98" fmla="*/ 9255 w 13824"/>
                <a:gd name="T99" fmla="*/ 4539 h 13824"/>
                <a:gd name="T100" fmla="*/ 9255 w 13824"/>
                <a:gd name="T101" fmla="*/ 9158 h 13824"/>
                <a:gd name="T102" fmla="*/ 3149 w 13824"/>
                <a:gd name="T103" fmla="*/ 11631 h 13824"/>
                <a:gd name="T104" fmla="*/ 2164 w 13824"/>
                <a:gd name="T105" fmla="*/ 11631 h 138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824" h="13824">
                  <a:moveTo>
                    <a:pt x="0" y="8716"/>
                  </a:moveTo>
                  <a:lnTo>
                    <a:pt x="1794" y="8716"/>
                  </a:lnTo>
                  <a:lnTo>
                    <a:pt x="1794" y="9213"/>
                  </a:lnTo>
                  <a:lnTo>
                    <a:pt x="0" y="9213"/>
                  </a:lnTo>
                  <a:lnTo>
                    <a:pt x="0" y="8716"/>
                  </a:lnTo>
                  <a:close/>
                  <a:moveTo>
                    <a:pt x="0" y="7838"/>
                  </a:moveTo>
                  <a:lnTo>
                    <a:pt x="1794" y="7838"/>
                  </a:lnTo>
                  <a:lnTo>
                    <a:pt x="1794" y="7341"/>
                  </a:lnTo>
                  <a:lnTo>
                    <a:pt x="0" y="7341"/>
                  </a:lnTo>
                  <a:lnTo>
                    <a:pt x="0" y="7838"/>
                  </a:lnTo>
                  <a:close/>
                  <a:moveTo>
                    <a:pt x="0" y="6463"/>
                  </a:moveTo>
                  <a:lnTo>
                    <a:pt x="1794" y="6463"/>
                  </a:lnTo>
                  <a:lnTo>
                    <a:pt x="1794" y="5966"/>
                  </a:lnTo>
                  <a:lnTo>
                    <a:pt x="0" y="5966"/>
                  </a:lnTo>
                  <a:lnTo>
                    <a:pt x="0" y="6463"/>
                  </a:lnTo>
                  <a:close/>
                  <a:moveTo>
                    <a:pt x="0" y="5089"/>
                  </a:moveTo>
                  <a:lnTo>
                    <a:pt x="1794" y="5089"/>
                  </a:lnTo>
                  <a:lnTo>
                    <a:pt x="1794" y="4592"/>
                  </a:lnTo>
                  <a:lnTo>
                    <a:pt x="0" y="4592"/>
                  </a:lnTo>
                  <a:lnTo>
                    <a:pt x="0" y="5089"/>
                  </a:lnTo>
                  <a:close/>
                  <a:moveTo>
                    <a:pt x="12030" y="9213"/>
                  </a:moveTo>
                  <a:lnTo>
                    <a:pt x="13824" y="9213"/>
                  </a:lnTo>
                  <a:lnTo>
                    <a:pt x="13824" y="8716"/>
                  </a:lnTo>
                  <a:lnTo>
                    <a:pt x="12030" y="8716"/>
                  </a:lnTo>
                  <a:lnTo>
                    <a:pt x="12030" y="9213"/>
                  </a:lnTo>
                  <a:close/>
                  <a:moveTo>
                    <a:pt x="12030" y="7838"/>
                  </a:moveTo>
                  <a:lnTo>
                    <a:pt x="13824" y="7838"/>
                  </a:lnTo>
                  <a:lnTo>
                    <a:pt x="13824" y="7341"/>
                  </a:lnTo>
                  <a:lnTo>
                    <a:pt x="12030" y="7341"/>
                  </a:lnTo>
                  <a:lnTo>
                    <a:pt x="12030" y="7838"/>
                  </a:lnTo>
                  <a:close/>
                  <a:moveTo>
                    <a:pt x="12030" y="6463"/>
                  </a:moveTo>
                  <a:lnTo>
                    <a:pt x="13824" y="6463"/>
                  </a:lnTo>
                  <a:lnTo>
                    <a:pt x="13824" y="5966"/>
                  </a:lnTo>
                  <a:lnTo>
                    <a:pt x="12030" y="5966"/>
                  </a:lnTo>
                  <a:lnTo>
                    <a:pt x="12030" y="6463"/>
                  </a:lnTo>
                  <a:close/>
                  <a:moveTo>
                    <a:pt x="12030" y="4592"/>
                  </a:moveTo>
                  <a:lnTo>
                    <a:pt x="12030" y="5089"/>
                  </a:lnTo>
                  <a:lnTo>
                    <a:pt x="13824" y="5089"/>
                  </a:lnTo>
                  <a:lnTo>
                    <a:pt x="13824" y="4592"/>
                  </a:lnTo>
                  <a:lnTo>
                    <a:pt x="12030" y="4592"/>
                  </a:lnTo>
                  <a:close/>
                  <a:moveTo>
                    <a:pt x="8725" y="13824"/>
                  </a:moveTo>
                  <a:lnTo>
                    <a:pt x="9223" y="13824"/>
                  </a:lnTo>
                  <a:lnTo>
                    <a:pt x="9223" y="12030"/>
                  </a:lnTo>
                  <a:lnTo>
                    <a:pt x="8725" y="12030"/>
                  </a:lnTo>
                  <a:lnTo>
                    <a:pt x="8725" y="13824"/>
                  </a:lnTo>
                  <a:close/>
                  <a:moveTo>
                    <a:pt x="7351" y="13824"/>
                  </a:moveTo>
                  <a:lnTo>
                    <a:pt x="7848" y="13824"/>
                  </a:lnTo>
                  <a:lnTo>
                    <a:pt x="7848" y="12030"/>
                  </a:lnTo>
                  <a:lnTo>
                    <a:pt x="7351" y="12030"/>
                  </a:lnTo>
                  <a:lnTo>
                    <a:pt x="7351" y="13824"/>
                  </a:lnTo>
                  <a:close/>
                  <a:moveTo>
                    <a:pt x="5976" y="13824"/>
                  </a:moveTo>
                  <a:lnTo>
                    <a:pt x="6473" y="13824"/>
                  </a:lnTo>
                  <a:lnTo>
                    <a:pt x="6473" y="12030"/>
                  </a:lnTo>
                  <a:lnTo>
                    <a:pt x="5976" y="12030"/>
                  </a:lnTo>
                  <a:lnTo>
                    <a:pt x="5976" y="13824"/>
                  </a:lnTo>
                  <a:close/>
                  <a:moveTo>
                    <a:pt x="4601" y="13824"/>
                  </a:moveTo>
                  <a:lnTo>
                    <a:pt x="5099" y="13824"/>
                  </a:lnTo>
                  <a:lnTo>
                    <a:pt x="5099" y="12030"/>
                  </a:lnTo>
                  <a:lnTo>
                    <a:pt x="4601" y="12030"/>
                  </a:lnTo>
                  <a:lnTo>
                    <a:pt x="4601" y="13824"/>
                  </a:lnTo>
                  <a:close/>
                  <a:moveTo>
                    <a:pt x="9223" y="0"/>
                  </a:moveTo>
                  <a:lnTo>
                    <a:pt x="8725" y="0"/>
                  </a:lnTo>
                  <a:lnTo>
                    <a:pt x="8725" y="1794"/>
                  </a:lnTo>
                  <a:lnTo>
                    <a:pt x="9223" y="1794"/>
                  </a:lnTo>
                  <a:lnTo>
                    <a:pt x="9223" y="0"/>
                  </a:lnTo>
                  <a:close/>
                  <a:moveTo>
                    <a:pt x="7848" y="0"/>
                  </a:moveTo>
                  <a:lnTo>
                    <a:pt x="7351" y="0"/>
                  </a:lnTo>
                  <a:lnTo>
                    <a:pt x="7351" y="1794"/>
                  </a:lnTo>
                  <a:lnTo>
                    <a:pt x="7848" y="1794"/>
                  </a:lnTo>
                  <a:lnTo>
                    <a:pt x="7848" y="0"/>
                  </a:lnTo>
                  <a:close/>
                  <a:moveTo>
                    <a:pt x="6473" y="0"/>
                  </a:moveTo>
                  <a:lnTo>
                    <a:pt x="5976" y="0"/>
                  </a:lnTo>
                  <a:lnTo>
                    <a:pt x="5976" y="1794"/>
                  </a:lnTo>
                  <a:lnTo>
                    <a:pt x="6473" y="1794"/>
                  </a:lnTo>
                  <a:lnTo>
                    <a:pt x="6473" y="0"/>
                  </a:lnTo>
                  <a:close/>
                  <a:moveTo>
                    <a:pt x="5099" y="0"/>
                  </a:moveTo>
                  <a:lnTo>
                    <a:pt x="4601" y="0"/>
                  </a:lnTo>
                  <a:lnTo>
                    <a:pt x="4601" y="1794"/>
                  </a:lnTo>
                  <a:lnTo>
                    <a:pt x="5099" y="1794"/>
                  </a:lnTo>
                  <a:lnTo>
                    <a:pt x="5099" y="0"/>
                  </a:lnTo>
                  <a:close/>
                  <a:moveTo>
                    <a:pt x="9915" y="4621"/>
                  </a:moveTo>
                  <a:lnTo>
                    <a:pt x="10490" y="4621"/>
                  </a:lnTo>
                  <a:lnTo>
                    <a:pt x="10490" y="5118"/>
                  </a:lnTo>
                  <a:lnTo>
                    <a:pt x="9915" y="5118"/>
                  </a:lnTo>
                  <a:lnTo>
                    <a:pt x="9915" y="5947"/>
                  </a:lnTo>
                  <a:lnTo>
                    <a:pt x="10490" y="5947"/>
                  </a:lnTo>
                  <a:lnTo>
                    <a:pt x="10490" y="6435"/>
                  </a:lnTo>
                  <a:lnTo>
                    <a:pt x="9915" y="6435"/>
                  </a:lnTo>
                  <a:lnTo>
                    <a:pt x="9915" y="7262"/>
                  </a:lnTo>
                  <a:lnTo>
                    <a:pt x="10490" y="7262"/>
                  </a:lnTo>
                  <a:lnTo>
                    <a:pt x="10490" y="7761"/>
                  </a:lnTo>
                  <a:lnTo>
                    <a:pt x="9915" y="7761"/>
                  </a:lnTo>
                  <a:lnTo>
                    <a:pt x="9915" y="8579"/>
                  </a:lnTo>
                  <a:lnTo>
                    <a:pt x="10490" y="8579"/>
                  </a:lnTo>
                  <a:lnTo>
                    <a:pt x="10490" y="9076"/>
                  </a:lnTo>
                  <a:lnTo>
                    <a:pt x="9915" y="9076"/>
                  </a:lnTo>
                  <a:lnTo>
                    <a:pt x="9915" y="9817"/>
                  </a:lnTo>
                  <a:lnTo>
                    <a:pt x="9173" y="9817"/>
                  </a:lnTo>
                  <a:lnTo>
                    <a:pt x="9173" y="10392"/>
                  </a:lnTo>
                  <a:lnTo>
                    <a:pt x="8676" y="10392"/>
                  </a:lnTo>
                  <a:lnTo>
                    <a:pt x="8676" y="9817"/>
                  </a:lnTo>
                  <a:lnTo>
                    <a:pt x="7848" y="9817"/>
                  </a:lnTo>
                  <a:lnTo>
                    <a:pt x="7848" y="10392"/>
                  </a:lnTo>
                  <a:lnTo>
                    <a:pt x="7351" y="10392"/>
                  </a:lnTo>
                  <a:lnTo>
                    <a:pt x="7351" y="9817"/>
                  </a:lnTo>
                  <a:lnTo>
                    <a:pt x="6532" y="9817"/>
                  </a:lnTo>
                  <a:lnTo>
                    <a:pt x="6532" y="10392"/>
                  </a:lnTo>
                  <a:lnTo>
                    <a:pt x="6035" y="10392"/>
                  </a:lnTo>
                  <a:lnTo>
                    <a:pt x="6035" y="9817"/>
                  </a:lnTo>
                  <a:lnTo>
                    <a:pt x="5216" y="9817"/>
                  </a:lnTo>
                  <a:lnTo>
                    <a:pt x="5216" y="10392"/>
                  </a:lnTo>
                  <a:lnTo>
                    <a:pt x="4719" y="10392"/>
                  </a:lnTo>
                  <a:lnTo>
                    <a:pt x="4719" y="9817"/>
                  </a:lnTo>
                  <a:lnTo>
                    <a:pt x="3977" y="9817"/>
                  </a:lnTo>
                  <a:lnTo>
                    <a:pt x="3977" y="9076"/>
                  </a:lnTo>
                  <a:lnTo>
                    <a:pt x="3402" y="9076"/>
                  </a:lnTo>
                  <a:lnTo>
                    <a:pt x="3402" y="8579"/>
                  </a:lnTo>
                  <a:lnTo>
                    <a:pt x="3977" y="8579"/>
                  </a:lnTo>
                  <a:lnTo>
                    <a:pt x="3977" y="7761"/>
                  </a:lnTo>
                  <a:lnTo>
                    <a:pt x="3402" y="7761"/>
                  </a:lnTo>
                  <a:lnTo>
                    <a:pt x="3402" y="7262"/>
                  </a:lnTo>
                  <a:lnTo>
                    <a:pt x="3977" y="7262"/>
                  </a:lnTo>
                  <a:lnTo>
                    <a:pt x="3977" y="6435"/>
                  </a:lnTo>
                  <a:lnTo>
                    <a:pt x="3402" y="6435"/>
                  </a:lnTo>
                  <a:lnTo>
                    <a:pt x="3402" y="5947"/>
                  </a:lnTo>
                  <a:lnTo>
                    <a:pt x="3977" y="5947"/>
                  </a:lnTo>
                  <a:lnTo>
                    <a:pt x="3977" y="5118"/>
                  </a:lnTo>
                  <a:lnTo>
                    <a:pt x="3402" y="5118"/>
                  </a:lnTo>
                  <a:lnTo>
                    <a:pt x="3402" y="4621"/>
                  </a:lnTo>
                  <a:lnTo>
                    <a:pt x="3977" y="4621"/>
                  </a:lnTo>
                  <a:lnTo>
                    <a:pt x="3977" y="3880"/>
                  </a:lnTo>
                  <a:lnTo>
                    <a:pt x="4719" y="3880"/>
                  </a:lnTo>
                  <a:lnTo>
                    <a:pt x="4719" y="3305"/>
                  </a:lnTo>
                  <a:lnTo>
                    <a:pt x="5216" y="3305"/>
                  </a:lnTo>
                  <a:lnTo>
                    <a:pt x="5216" y="3880"/>
                  </a:lnTo>
                  <a:lnTo>
                    <a:pt x="6035" y="3880"/>
                  </a:lnTo>
                  <a:lnTo>
                    <a:pt x="6035" y="3305"/>
                  </a:lnTo>
                  <a:lnTo>
                    <a:pt x="6532" y="3305"/>
                  </a:lnTo>
                  <a:lnTo>
                    <a:pt x="6532" y="3880"/>
                  </a:lnTo>
                  <a:lnTo>
                    <a:pt x="7351" y="3880"/>
                  </a:lnTo>
                  <a:lnTo>
                    <a:pt x="7351" y="3305"/>
                  </a:lnTo>
                  <a:lnTo>
                    <a:pt x="7848" y="3305"/>
                  </a:lnTo>
                  <a:lnTo>
                    <a:pt x="7848" y="3880"/>
                  </a:lnTo>
                  <a:lnTo>
                    <a:pt x="8676" y="3880"/>
                  </a:lnTo>
                  <a:lnTo>
                    <a:pt x="8676" y="3305"/>
                  </a:lnTo>
                  <a:lnTo>
                    <a:pt x="9173" y="3305"/>
                  </a:lnTo>
                  <a:lnTo>
                    <a:pt x="9173" y="3880"/>
                  </a:lnTo>
                  <a:lnTo>
                    <a:pt x="9915" y="3880"/>
                  </a:lnTo>
                  <a:lnTo>
                    <a:pt x="9915" y="4621"/>
                  </a:lnTo>
                  <a:close/>
                  <a:moveTo>
                    <a:pt x="9255" y="4539"/>
                  </a:moveTo>
                  <a:lnTo>
                    <a:pt x="4637" y="4539"/>
                  </a:lnTo>
                  <a:lnTo>
                    <a:pt x="4637" y="9158"/>
                  </a:lnTo>
                  <a:lnTo>
                    <a:pt x="9255" y="9158"/>
                  </a:lnTo>
                  <a:lnTo>
                    <a:pt x="9255" y="4539"/>
                  </a:lnTo>
                  <a:close/>
                  <a:moveTo>
                    <a:pt x="2164" y="11631"/>
                  </a:moveTo>
                  <a:lnTo>
                    <a:pt x="3149" y="11631"/>
                  </a:lnTo>
                  <a:lnTo>
                    <a:pt x="3149" y="10646"/>
                  </a:lnTo>
                  <a:lnTo>
                    <a:pt x="2164" y="10646"/>
                  </a:lnTo>
                  <a:lnTo>
                    <a:pt x="2164" y="116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F12CB803-FBF2-BD90-5C78-E2F668F759C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" y="1380"/>
              <a:ext cx="1539" cy="1539"/>
            </a:xfrm>
            <a:custGeom>
              <a:avLst/>
              <a:gdLst>
                <a:gd name="T0" fmla="*/ 4338 w 9233"/>
                <a:gd name="T1" fmla="*/ 3538 h 9232"/>
                <a:gd name="T2" fmla="*/ 3580 w 9233"/>
                <a:gd name="T3" fmla="*/ 5279 h 9232"/>
                <a:gd name="T4" fmla="*/ 3732 w 9233"/>
                <a:gd name="T5" fmla="*/ 4914 h 9232"/>
                <a:gd name="T6" fmla="*/ 5531 w 9233"/>
                <a:gd name="T7" fmla="*/ 5858 h 9232"/>
                <a:gd name="T8" fmla="*/ 9233 w 9233"/>
                <a:gd name="T9" fmla="*/ 660 h 9232"/>
                <a:gd name="T10" fmla="*/ 9230 w 9233"/>
                <a:gd name="T11" fmla="*/ 8137 h 9232"/>
                <a:gd name="T12" fmla="*/ 9219 w 9233"/>
                <a:gd name="T13" fmla="*/ 8253 h 9232"/>
                <a:gd name="T14" fmla="*/ 9196 w 9233"/>
                <a:gd name="T15" fmla="*/ 8366 h 9232"/>
                <a:gd name="T16" fmla="*/ 9162 w 9233"/>
                <a:gd name="T17" fmla="*/ 8474 h 9232"/>
                <a:gd name="T18" fmla="*/ 9118 w 9233"/>
                <a:gd name="T19" fmla="*/ 8578 h 9232"/>
                <a:gd name="T20" fmla="*/ 9065 w 9233"/>
                <a:gd name="T21" fmla="*/ 8676 h 9232"/>
                <a:gd name="T22" fmla="*/ 9002 w 9233"/>
                <a:gd name="T23" fmla="*/ 8768 h 9232"/>
                <a:gd name="T24" fmla="*/ 8894 w 9233"/>
                <a:gd name="T25" fmla="*/ 8893 h 9232"/>
                <a:gd name="T26" fmla="*/ 8769 w 9233"/>
                <a:gd name="T27" fmla="*/ 9002 h 9232"/>
                <a:gd name="T28" fmla="*/ 8676 w 9233"/>
                <a:gd name="T29" fmla="*/ 9064 h 9232"/>
                <a:gd name="T30" fmla="*/ 8578 w 9233"/>
                <a:gd name="T31" fmla="*/ 9118 h 9232"/>
                <a:gd name="T32" fmla="*/ 8474 w 9233"/>
                <a:gd name="T33" fmla="*/ 9162 h 9232"/>
                <a:gd name="T34" fmla="*/ 8366 w 9233"/>
                <a:gd name="T35" fmla="*/ 9195 h 9232"/>
                <a:gd name="T36" fmla="*/ 8254 w 9233"/>
                <a:gd name="T37" fmla="*/ 9218 h 9232"/>
                <a:gd name="T38" fmla="*/ 8137 w 9233"/>
                <a:gd name="T39" fmla="*/ 9230 h 9232"/>
                <a:gd name="T40" fmla="*/ 7877 w 9233"/>
                <a:gd name="T41" fmla="*/ 9232 h 9232"/>
                <a:gd name="T42" fmla="*/ 4387 w 9233"/>
                <a:gd name="T43" fmla="*/ 8574 h 9232"/>
                <a:gd name="T44" fmla="*/ 8128 w 9233"/>
                <a:gd name="T45" fmla="*/ 8571 h 9232"/>
                <a:gd name="T46" fmla="*/ 8225 w 9233"/>
                <a:gd name="T47" fmla="*/ 8552 h 9232"/>
                <a:gd name="T48" fmla="*/ 8315 w 9233"/>
                <a:gd name="T49" fmla="*/ 8514 h 9232"/>
                <a:gd name="T50" fmla="*/ 8393 w 9233"/>
                <a:gd name="T51" fmla="*/ 8460 h 9232"/>
                <a:gd name="T52" fmla="*/ 8460 w 9233"/>
                <a:gd name="T53" fmla="*/ 8394 h 9232"/>
                <a:gd name="T54" fmla="*/ 8513 w 9233"/>
                <a:gd name="T55" fmla="*/ 8315 h 9232"/>
                <a:gd name="T56" fmla="*/ 8550 w 9233"/>
                <a:gd name="T57" fmla="*/ 8225 h 9232"/>
                <a:gd name="T58" fmla="*/ 8570 w 9233"/>
                <a:gd name="T59" fmla="*/ 8129 h 9232"/>
                <a:gd name="T60" fmla="*/ 8574 w 9233"/>
                <a:gd name="T61" fmla="*/ 659 h 9232"/>
                <a:gd name="T62" fmla="*/ 1104 w 9233"/>
                <a:gd name="T63" fmla="*/ 661 h 9232"/>
                <a:gd name="T64" fmla="*/ 1008 w 9233"/>
                <a:gd name="T65" fmla="*/ 681 h 9232"/>
                <a:gd name="T66" fmla="*/ 919 w 9233"/>
                <a:gd name="T67" fmla="*/ 718 h 9232"/>
                <a:gd name="T68" fmla="*/ 839 w 9233"/>
                <a:gd name="T69" fmla="*/ 771 h 9232"/>
                <a:gd name="T70" fmla="*/ 773 w 9233"/>
                <a:gd name="T71" fmla="*/ 838 h 9232"/>
                <a:gd name="T72" fmla="*/ 719 w 9233"/>
                <a:gd name="T73" fmla="*/ 918 h 9232"/>
                <a:gd name="T74" fmla="*/ 682 w 9233"/>
                <a:gd name="T75" fmla="*/ 1006 h 9232"/>
                <a:gd name="T76" fmla="*/ 662 w 9233"/>
                <a:gd name="T77" fmla="*/ 1103 h 9232"/>
                <a:gd name="T78" fmla="*/ 653 w 9233"/>
                <a:gd name="T79" fmla="*/ 4536 h 9232"/>
                <a:gd name="T80" fmla="*/ 0 w 9233"/>
                <a:gd name="T81" fmla="*/ 2144 h 9232"/>
                <a:gd name="T82" fmla="*/ 2 w 9233"/>
                <a:gd name="T83" fmla="*/ 1094 h 9232"/>
                <a:gd name="T84" fmla="*/ 13 w 9233"/>
                <a:gd name="T85" fmla="*/ 978 h 9232"/>
                <a:gd name="T86" fmla="*/ 36 w 9233"/>
                <a:gd name="T87" fmla="*/ 865 h 9232"/>
                <a:gd name="T88" fmla="*/ 70 w 9233"/>
                <a:gd name="T89" fmla="*/ 757 h 9232"/>
                <a:gd name="T90" fmla="*/ 114 w 9233"/>
                <a:gd name="T91" fmla="*/ 653 h 9232"/>
                <a:gd name="T92" fmla="*/ 167 w 9233"/>
                <a:gd name="T93" fmla="*/ 555 h 9232"/>
                <a:gd name="T94" fmla="*/ 229 w 9233"/>
                <a:gd name="T95" fmla="*/ 464 h 9232"/>
                <a:gd name="T96" fmla="*/ 338 w 9233"/>
                <a:gd name="T97" fmla="*/ 338 h 9232"/>
                <a:gd name="T98" fmla="*/ 464 w 9233"/>
                <a:gd name="T99" fmla="*/ 229 h 9232"/>
                <a:gd name="T100" fmla="*/ 556 w 9233"/>
                <a:gd name="T101" fmla="*/ 167 h 9232"/>
                <a:gd name="T102" fmla="*/ 654 w 9233"/>
                <a:gd name="T103" fmla="*/ 113 h 9232"/>
                <a:gd name="T104" fmla="*/ 758 w 9233"/>
                <a:gd name="T105" fmla="*/ 69 h 9232"/>
                <a:gd name="T106" fmla="*/ 866 w 9233"/>
                <a:gd name="T107" fmla="*/ 36 h 9232"/>
                <a:gd name="T108" fmla="*/ 978 w 9233"/>
                <a:gd name="T109" fmla="*/ 13 h 9232"/>
                <a:gd name="T110" fmla="*/ 1095 w 9233"/>
                <a:gd name="T111" fmla="*/ 1 h 9232"/>
                <a:gd name="T112" fmla="*/ 9233 w 9233"/>
                <a:gd name="T113" fmla="*/ 0 h 9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233" h="9232">
                  <a:moveTo>
                    <a:pt x="4644" y="5279"/>
                  </a:moveTo>
                  <a:lnTo>
                    <a:pt x="4888" y="5858"/>
                  </a:lnTo>
                  <a:lnTo>
                    <a:pt x="5332" y="5858"/>
                  </a:lnTo>
                  <a:lnTo>
                    <a:pt x="4338" y="3538"/>
                  </a:lnTo>
                  <a:lnTo>
                    <a:pt x="3900" y="3538"/>
                  </a:lnTo>
                  <a:lnTo>
                    <a:pt x="2905" y="5858"/>
                  </a:lnTo>
                  <a:lnTo>
                    <a:pt x="3340" y="5858"/>
                  </a:lnTo>
                  <a:lnTo>
                    <a:pt x="3580" y="5279"/>
                  </a:lnTo>
                  <a:lnTo>
                    <a:pt x="4644" y="5279"/>
                  </a:lnTo>
                  <a:close/>
                  <a:moveTo>
                    <a:pt x="4114" y="4002"/>
                  </a:moveTo>
                  <a:lnTo>
                    <a:pt x="4493" y="4914"/>
                  </a:lnTo>
                  <a:lnTo>
                    <a:pt x="3732" y="4914"/>
                  </a:lnTo>
                  <a:lnTo>
                    <a:pt x="4114" y="4002"/>
                  </a:lnTo>
                  <a:close/>
                  <a:moveTo>
                    <a:pt x="5924" y="3537"/>
                  </a:moveTo>
                  <a:lnTo>
                    <a:pt x="5924" y="5858"/>
                  </a:lnTo>
                  <a:lnTo>
                    <a:pt x="5531" y="5858"/>
                  </a:lnTo>
                  <a:lnTo>
                    <a:pt x="5531" y="3537"/>
                  </a:lnTo>
                  <a:lnTo>
                    <a:pt x="5924" y="3537"/>
                  </a:lnTo>
                  <a:close/>
                  <a:moveTo>
                    <a:pt x="9233" y="0"/>
                  </a:moveTo>
                  <a:lnTo>
                    <a:pt x="9233" y="660"/>
                  </a:lnTo>
                  <a:lnTo>
                    <a:pt x="9233" y="8078"/>
                  </a:lnTo>
                  <a:lnTo>
                    <a:pt x="9233" y="8078"/>
                  </a:lnTo>
                  <a:lnTo>
                    <a:pt x="9232" y="8107"/>
                  </a:lnTo>
                  <a:lnTo>
                    <a:pt x="9230" y="8137"/>
                  </a:lnTo>
                  <a:lnTo>
                    <a:pt x="9229" y="8167"/>
                  </a:lnTo>
                  <a:lnTo>
                    <a:pt x="9226" y="8196"/>
                  </a:lnTo>
                  <a:lnTo>
                    <a:pt x="9223" y="8224"/>
                  </a:lnTo>
                  <a:lnTo>
                    <a:pt x="9219" y="8253"/>
                  </a:lnTo>
                  <a:lnTo>
                    <a:pt x="9214" y="8282"/>
                  </a:lnTo>
                  <a:lnTo>
                    <a:pt x="9208" y="8310"/>
                  </a:lnTo>
                  <a:lnTo>
                    <a:pt x="9203" y="8338"/>
                  </a:lnTo>
                  <a:lnTo>
                    <a:pt x="9196" y="8366"/>
                  </a:lnTo>
                  <a:lnTo>
                    <a:pt x="9189" y="8393"/>
                  </a:lnTo>
                  <a:lnTo>
                    <a:pt x="9181" y="8420"/>
                  </a:lnTo>
                  <a:lnTo>
                    <a:pt x="9172" y="8448"/>
                  </a:lnTo>
                  <a:lnTo>
                    <a:pt x="9162" y="8474"/>
                  </a:lnTo>
                  <a:lnTo>
                    <a:pt x="9152" y="8501"/>
                  </a:lnTo>
                  <a:lnTo>
                    <a:pt x="9141" y="8526"/>
                  </a:lnTo>
                  <a:lnTo>
                    <a:pt x="9130" y="8553"/>
                  </a:lnTo>
                  <a:lnTo>
                    <a:pt x="9118" y="8578"/>
                  </a:lnTo>
                  <a:lnTo>
                    <a:pt x="9106" y="8602"/>
                  </a:lnTo>
                  <a:lnTo>
                    <a:pt x="9093" y="8628"/>
                  </a:lnTo>
                  <a:lnTo>
                    <a:pt x="9079" y="8652"/>
                  </a:lnTo>
                  <a:lnTo>
                    <a:pt x="9065" y="8676"/>
                  </a:lnTo>
                  <a:lnTo>
                    <a:pt x="9051" y="8699"/>
                  </a:lnTo>
                  <a:lnTo>
                    <a:pt x="9035" y="8722"/>
                  </a:lnTo>
                  <a:lnTo>
                    <a:pt x="9019" y="8746"/>
                  </a:lnTo>
                  <a:lnTo>
                    <a:pt x="9002" y="8768"/>
                  </a:lnTo>
                  <a:lnTo>
                    <a:pt x="8986" y="8790"/>
                  </a:lnTo>
                  <a:lnTo>
                    <a:pt x="8968" y="8812"/>
                  </a:lnTo>
                  <a:lnTo>
                    <a:pt x="8932" y="8854"/>
                  </a:lnTo>
                  <a:lnTo>
                    <a:pt x="8894" y="8893"/>
                  </a:lnTo>
                  <a:lnTo>
                    <a:pt x="8854" y="8932"/>
                  </a:lnTo>
                  <a:lnTo>
                    <a:pt x="8812" y="8968"/>
                  </a:lnTo>
                  <a:lnTo>
                    <a:pt x="8791" y="8986"/>
                  </a:lnTo>
                  <a:lnTo>
                    <a:pt x="8769" y="9002"/>
                  </a:lnTo>
                  <a:lnTo>
                    <a:pt x="8746" y="9019"/>
                  </a:lnTo>
                  <a:lnTo>
                    <a:pt x="8723" y="9034"/>
                  </a:lnTo>
                  <a:lnTo>
                    <a:pt x="8700" y="9050"/>
                  </a:lnTo>
                  <a:lnTo>
                    <a:pt x="8676" y="9064"/>
                  </a:lnTo>
                  <a:lnTo>
                    <a:pt x="8652" y="9078"/>
                  </a:lnTo>
                  <a:lnTo>
                    <a:pt x="8628" y="9093"/>
                  </a:lnTo>
                  <a:lnTo>
                    <a:pt x="8603" y="9106"/>
                  </a:lnTo>
                  <a:lnTo>
                    <a:pt x="8578" y="9118"/>
                  </a:lnTo>
                  <a:lnTo>
                    <a:pt x="8553" y="9130"/>
                  </a:lnTo>
                  <a:lnTo>
                    <a:pt x="8527" y="9141"/>
                  </a:lnTo>
                  <a:lnTo>
                    <a:pt x="8501" y="9151"/>
                  </a:lnTo>
                  <a:lnTo>
                    <a:pt x="8474" y="9162"/>
                  </a:lnTo>
                  <a:lnTo>
                    <a:pt x="8448" y="9171"/>
                  </a:lnTo>
                  <a:lnTo>
                    <a:pt x="8422" y="9180"/>
                  </a:lnTo>
                  <a:lnTo>
                    <a:pt x="8394" y="9187"/>
                  </a:lnTo>
                  <a:lnTo>
                    <a:pt x="8366" y="9195"/>
                  </a:lnTo>
                  <a:lnTo>
                    <a:pt x="8339" y="9202"/>
                  </a:lnTo>
                  <a:lnTo>
                    <a:pt x="8310" y="9208"/>
                  </a:lnTo>
                  <a:lnTo>
                    <a:pt x="8283" y="9214"/>
                  </a:lnTo>
                  <a:lnTo>
                    <a:pt x="8254" y="9218"/>
                  </a:lnTo>
                  <a:lnTo>
                    <a:pt x="8225" y="9223"/>
                  </a:lnTo>
                  <a:lnTo>
                    <a:pt x="8196" y="9226"/>
                  </a:lnTo>
                  <a:lnTo>
                    <a:pt x="8167" y="9228"/>
                  </a:lnTo>
                  <a:lnTo>
                    <a:pt x="8137" y="9230"/>
                  </a:lnTo>
                  <a:lnTo>
                    <a:pt x="8107" y="9232"/>
                  </a:lnTo>
                  <a:lnTo>
                    <a:pt x="8078" y="9232"/>
                  </a:lnTo>
                  <a:lnTo>
                    <a:pt x="7877" y="9232"/>
                  </a:lnTo>
                  <a:lnTo>
                    <a:pt x="7877" y="9232"/>
                  </a:lnTo>
                  <a:lnTo>
                    <a:pt x="1335" y="9232"/>
                  </a:lnTo>
                  <a:lnTo>
                    <a:pt x="1335" y="8578"/>
                  </a:lnTo>
                  <a:lnTo>
                    <a:pt x="4387" y="8578"/>
                  </a:lnTo>
                  <a:lnTo>
                    <a:pt x="4387" y="8574"/>
                  </a:lnTo>
                  <a:lnTo>
                    <a:pt x="8078" y="8574"/>
                  </a:lnTo>
                  <a:lnTo>
                    <a:pt x="8078" y="8574"/>
                  </a:lnTo>
                  <a:lnTo>
                    <a:pt x="8104" y="8573"/>
                  </a:lnTo>
                  <a:lnTo>
                    <a:pt x="8128" y="8571"/>
                  </a:lnTo>
                  <a:lnTo>
                    <a:pt x="8154" y="8568"/>
                  </a:lnTo>
                  <a:lnTo>
                    <a:pt x="8178" y="8564"/>
                  </a:lnTo>
                  <a:lnTo>
                    <a:pt x="8202" y="8558"/>
                  </a:lnTo>
                  <a:lnTo>
                    <a:pt x="8225" y="8552"/>
                  </a:lnTo>
                  <a:lnTo>
                    <a:pt x="8248" y="8544"/>
                  </a:lnTo>
                  <a:lnTo>
                    <a:pt x="8271" y="8535"/>
                  </a:lnTo>
                  <a:lnTo>
                    <a:pt x="8293" y="8525"/>
                  </a:lnTo>
                  <a:lnTo>
                    <a:pt x="8315" y="8514"/>
                  </a:lnTo>
                  <a:lnTo>
                    <a:pt x="8334" y="8502"/>
                  </a:lnTo>
                  <a:lnTo>
                    <a:pt x="8355" y="8489"/>
                  </a:lnTo>
                  <a:lnTo>
                    <a:pt x="8374" y="8476"/>
                  </a:lnTo>
                  <a:lnTo>
                    <a:pt x="8393" y="8460"/>
                  </a:lnTo>
                  <a:lnTo>
                    <a:pt x="8412" y="8445"/>
                  </a:lnTo>
                  <a:lnTo>
                    <a:pt x="8428" y="8428"/>
                  </a:lnTo>
                  <a:lnTo>
                    <a:pt x="8445" y="8412"/>
                  </a:lnTo>
                  <a:lnTo>
                    <a:pt x="8460" y="8394"/>
                  </a:lnTo>
                  <a:lnTo>
                    <a:pt x="8474" y="8375"/>
                  </a:lnTo>
                  <a:lnTo>
                    <a:pt x="8489" y="8355"/>
                  </a:lnTo>
                  <a:lnTo>
                    <a:pt x="8502" y="8336"/>
                  </a:lnTo>
                  <a:lnTo>
                    <a:pt x="8513" y="8315"/>
                  </a:lnTo>
                  <a:lnTo>
                    <a:pt x="8524" y="8294"/>
                  </a:lnTo>
                  <a:lnTo>
                    <a:pt x="8534" y="8272"/>
                  </a:lnTo>
                  <a:lnTo>
                    <a:pt x="8543" y="8249"/>
                  </a:lnTo>
                  <a:lnTo>
                    <a:pt x="8550" y="8225"/>
                  </a:lnTo>
                  <a:lnTo>
                    <a:pt x="8557" y="8202"/>
                  </a:lnTo>
                  <a:lnTo>
                    <a:pt x="8563" y="8178"/>
                  </a:lnTo>
                  <a:lnTo>
                    <a:pt x="8567" y="8154"/>
                  </a:lnTo>
                  <a:lnTo>
                    <a:pt x="8570" y="8129"/>
                  </a:lnTo>
                  <a:lnTo>
                    <a:pt x="8572" y="8104"/>
                  </a:lnTo>
                  <a:lnTo>
                    <a:pt x="8574" y="8079"/>
                  </a:lnTo>
                  <a:lnTo>
                    <a:pt x="8574" y="660"/>
                  </a:lnTo>
                  <a:lnTo>
                    <a:pt x="8574" y="659"/>
                  </a:lnTo>
                  <a:lnTo>
                    <a:pt x="1155" y="659"/>
                  </a:lnTo>
                  <a:lnTo>
                    <a:pt x="1155" y="659"/>
                  </a:lnTo>
                  <a:lnTo>
                    <a:pt x="1129" y="659"/>
                  </a:lnTo>
                  <a:lnTo>
                    <a:pt x="1104" y="661"/>
                  </a:lnTo>
                  <a:lnTo>
                    <a:pt x="1080" y="664"/>
                  </a:lnTo>
                  <a:lnTo>
                    <a:pt x="1055" y="669"/>
                  </a:lnTo>
                  <a:lnTo>
                    <a:pt x="1031" y="674"/>
                  </a:lnTo>
                  <a:lnTo>
                    <a:pt x="1008" y="681"/>
                  </a:lnTo>
                  <a:lnTo>
                    <a:pt x="985" y="689"/>
                  </a:lnTo>
                  <a:lnTo>
                    <a:pt x="962" y="697"/>
                  </a:lnTo>
                  <a:lnTo>
                    <a:pt x="940" y="707"/>
                  </a:lnTo>
                  <a:lnTo>
                    <a:pt x="919" y="718"/>
                  </a:lnTo>
                  <a:lnTo>
                    <a:pt x="898" y="730"/>
                  </a:lnTo>
                  <a:lnTo>
                    <a:pt x="878" y="744"/>
                  </a:lnTo>
                  <a:lnTo>
                    <a:pt x="858" y="757"/>
                  </a:lnTo>
                  <a:lnTo>
                    <a:pt x="839" y="771"/>
                  </a:lnTo>
                  <a:lnTo>
                    <a:pt x="822" y="787"/>
                  </a:lnTo>
                  <a:lnTo>
                    <a:pt x="805" y="803"/>
                  </a:lnTo>
                  <a:lnTo>
                    <a:pt x="789" y="821"/>
                  </a:lnTo>
                  <a:lnTo>
                    <a:pt x="773" y="838"/>
                  </a:lnTo>
                  <a:lnTo>
                    <a:pt x="758" y="857"/>
                  </a:lnTo>
                  <a:lnTo>
                    <a:pt x="745" y="877"/>
                  </a:lnTo>
                  <a:lnTo>
                    <a:pt x="731" y="897"/>
                  </a:lnTo>
                  <a:lnTo>
                    <a:pt x="719" y="918"/>
                  </a:lnTo>
                  <a:lnTo>
                    <a:pt x="708" y="939"/>
                  </a:lnTo>
                  <a:lnTo>
                    <a:pt x="698" y="961"/>
                  </a:lnTo>
                  <a:lnTo>
                    <a:pt x="690" y="983"/>
                  </a:lnTo>
                  <a:lnTo>
                    <a:pt x="682" y="1006"/>
                  </a:lnTo>
                  <a:lnTo>
                    <a:pt x="675" y="1030"/>
                  </a:lnTo>
                  <a:lnTo>
                    <a:pt x="670" y="1053"/>
                  </a:lnTo>
                  <a:lnTo>
                    <a:pt x="665" y="1079"/>
                  </a:lnTo>
                  <a:lnTo>
                    <a:pt x="662" y="1103"/>
                  </a:lnTo>
                  <a:lnTo>
                    <a:pt x="661" y="1128"/>
                  </a:lnTo>
                  <a:lnTo>
                    <a:pt x="660" y="1154"/>
                  </a:lnTo>
                  <a:lnTo>
                    <a:pt x="660" y="4536"/>
                  </a:lnTo>
                  <a:lnTo>
                    <a:pt x="653" y="4536"/>
                  </a:lnTo>
                  <a:lnTo>
                    <a:pt x="653" y="7954"/>
                  </a:lnTo>
                  <a:lnTo>
                    <a:pt x="0" y="7954"/>
                  </a:lnTo>
                  <a:lnTo>
                    <a:pt x="0" y="4536"/>
                  </a:lnTo>
                  <a:lnTo>
                    <a:pt x="0" y="2144"/>
                  </a:lnTo>
                  <a:lnTo>
                    <a:pt x="0" y="1154"/>
                  </a:lnTo>
                  <a:lnTo>
                    <a:pt x="0" y="1154"/>
                  </a:lnTo>
                  <a:lnTo>
                    <a:pt x="1" y="1124"/>
                  </a:lnTo>
                  <a:lnTo>
                    <a:pt x="2" y="1094"/>
                  </a:lnTo>
                  <a:lnTo>
                    <a:pt x="3" y="1064"/>
                  </a:lnTo>
                  <a:lnTo>
                    <a:pt x="6" y="1036"/>
                  </a:lnTo>
                  <a:lnTo>
                    <a:pt x="10" y="1007"/>
                  </a:lnTo>
                  <a:lnTo>
                    <a:pt x="13" y="978"/>
                  </a:lnTo>
                  <a:lnTo>
                    <a:pt x="18" y="950"/>
                  </a:lnTo>
                  <a:lnTo>
                    <a:pt x="24" y="921"/>
                  </a:lnTo>
                  <a:lnTo>
                    <a:pt x="29" y="893"/>
                  </a:lnTo>
                  <a:lnTo>
                    <a:pt x="36" y="865"/>
                  </a:lnTo>
                  <a:lnTo>
                    <a:pt x="44" y="837"/>
                  </a:lnTo>
                  <a:lnTo>
                    <a:pt x="52" y="811"/>
                  </a:lnTo>
                  <a:lnTo>
                    <a:pt x="60" y="783"/>
                  </a:lnTo>
                  <a:lnTo>
                    <a:pt x="70" y="757"/>
                  </a:lnTo>
                  <a:lnTo>
                    <a:pt x="80" y="730"/>
                  </a:lnTo>
                  <a:lnTo>
                    <a:pt x="91" y="705"/>
                  </a:lnTo>
                  <a:lnTo>
                    <a:pt x="102" y="679"/>
                  </a:lnTo>
                  <a:lnTo>
                    <a:pt x="114" y="653"/>
                  </a:lnTo>
                  <a:lnTo>
                    <a:pt x="126" y="628"/>
                  </a:lnTo>
                  <a:lnTo>
                    <a:pt x="140" y="604"/>
                  </a:lnTo>
                  <a:lnTo>
                    <a:pt x="153" y="579"/>
                  </a:lnTo>
                  <a:lnTo>
                    <a:pt x="167" y="555"/>
                  </a:lnTo>
                  <a:lnTo>
                    <a:pt x="182" y="532"/>
                  </a:lnTo>
                  <a:lnTo>
                    <a:pt x="197" y="509"/>
                  </a:lnTo>
                  <a:lnTo>
                    <a:pt x="214" y="486"/>
                  </a:lnTo>
                  <a:lnTo>
                    <a:pt x="229" y="464"/>
                  </a:lnTo>
                  <a:lnTo>
                    <a:pt x="247" y="442"/>
                  </a:lnTo>
                  <a:lnTo>
                    <a:pt x="264" y="420"/>
                  </a:lnTo>
                  <a:lnTo>
                    <a:pt x="299" y="378"/>
                  </a:lnTo>
                  <a:lnTo>
                    <a:pt x="338" y="338"/>
                  </a:lnTo>
                  <a:lnTo>
                    <a:pt x="379" y="299"/>
                  </a:lnTo>
                  <a:lnTo>
                    <a:pt x="421" y="263"/>
                  </a:lnTo>
                  <a:lnTo>
                    <a:pt x="442" y="245"/>
                  </a:lnTo>
                  <a:lnTo>
                    <a:pt x="464" y="229"/>
                  </a:lnTo>
                  <a:lnTo>
                    <a:pt x="486" y="212"/>
                  </a:lnTo>
                  <a:lnTo>
                    <a:pt x="509" y="197"/>
                  </a:lnTo>
                  <a:lnTo>
                    <a:pt x="532" y="182"/>
                  </a:lnTo>
                  <a:lnTo>
                    <a:pt x="556" y="167"/>
                  </a:lnTo>
                  <a:lnTo>
                    <a:pt x="579" y="153"/>
                  </a:lnTo>
                  <a:lnTo>
                    <a:pt x="605" y="139"/>
                  </a:lnTo>
                  <a:lnTo>
                    <a:pt x="629" y="125"/>
                  </a:lnTo>
                  <a:lnTo>
                    <a:pt x="654" y="113"/>
                  </a:lnTo>
                  <a:lnTo>
                    <a:pt x="680" y="101"/>
                  </a:lnTo>
                  <a:lnTo>
                    <a:pt x="705" y="90"/>
                  </a:lnTo>
                  <a:lnTo>
                    <a:pt x="731" y="80"/>
                  </a:lnTo>
                  <a:lnTo>
                    <a:pt x="758" y="69"/>
                  </a:lnTo>
                  <a:lnTo>
                    <a:pt x="784" y="60"/>
                  </a:lnTo>
                  <a:lnTo>
                    <a:pt x="811" y="52"/>
                  </a:lnTo>
                  <a:lnTo>
                    <a:pt x="838" y="44"/>
                  </a:lnTo>
                  <a:lnTo>
                    <a:pt x="866" y="36"/>
                  </a:lnTo>
                  <a:lnTo>
                    <a:pt x="893" y="29"/>
                  </a:lnTo>
                  <a:lnTo>
                    <a:pt x="922" y="23"/>
                  </a:lnTo>
                  <a:lnTo>
                    <a:pt x="950" y="17"/>
                  </a:lnTo>
                  <a:lnTo>
                    <a:pt x="978" y="13"/>
                  </a:lnTo>
                  <a:lnTo>
                    <a:pt x="1007" y="9"/>
                  </a:lnTo>
                  <a:lnTo>
                    <a:pt x="1036" y="5"/>
                  </a:lnTo>
                  <a:lnTo>
                    <a:pt x="1065" y="3"/>
                  </a:lnTo>
                  <a:lnTo>
                    <a:pt x="1095" y="1"/>
                  </a:lnTo>
                  <a:lnTo>
                    <a:pt x="1124" y="0"/>
                  </a:lnTo>
                  <a:lnTo>
                    <a:pt x="1154" y="0"/>
                  </a:lnTo>
                  <a:lnTo>
                    <a:pt x="8574" y="0"/>
                  </a:lnTo>
                  <a:lnTo>
                    <a:pt x="92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</p:spTree>
    <p:extLst>
      <p:ext uri="{BB962C8B-B14F-4D97-AF65-F5344CB8AC3E}">
        <p14:creationId xmlns:p14="http://schemas.microsoft.com/office/powerpoint/2010/main" val="90496875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DD32660-0EB4-A989-0363-2EAAF9F197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DC220F01-B364-ED4F-134A-6EE46598CA11}"/>
              </a:ext>
            </a:extLst>
          </p:cNvPr>
          <p:cNvSpPr/>
          <p:nvPr/>
        </p:nvSpPr>
        <p:spPr>
          <a:xfrm>
            <a:off x="742950" y="480864"/>
            <a:ext cx="10477500" cy="6400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37160" rIns="0" bIns="137160" rtlCol="0" anchor="ctr"/>
          <a:lstStyle/>
          <a:p>
            <a:r>
              <a:rPr lang="en-US" sz="5400" dirty="0">
                <a:solidFill>
                  <a:schemeClr val="tx1"/>
                </a:solidFill>
                <a:latin typeface="IntelOne Text Medium" panose="020B0703020203020204" pitchFamily="34" charset="0"/>
              </a:rPr>
              <a:t>Demo</a:t>
            </a:r>
          </a:p>
        </p:txBody>
      </p:sp>
      <p:pic>
        <p:nvPicPr>
          <p:cNvPr id="1028" name="Picture 4" descr="GitHub Logo, symbol, meaning, history, PNG, brand">
            <a:extLst>
              <a:ext uri="{FF2B5EF4-FFF2-40B4-BE49-F238E27FC236}">
                <a16:creationId xmlns:a16="http://schemas.microsoft.com/office/drawing/2014/main" id="{6AC80637-C97A-E182-AC0A-58A2A4CFA864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0700" y="1627245"/>
            <a:ext cx="2239518" cy="12597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C8B847AA-CD51-E749-A5E0-E23B10B696CD}"/>
              </a:ext>
            </a:extLst>
          </p:cNvPr>
          <p:cNvSpPr txBox="1"/>
          <p:nvPr/>
        </p:nvSpPr>
        <p:spPr>
          <a:xfrm>
            <a:off x="383159" y="3511735"/>
            <a:ext cx="2514600" cy="553998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/>
            <a:r>
              <a:rPr lang="en-US" dirty="0"/>
              <a:t>Local commit</a:t>
            </a:r>
          </a:p>
        </p:txBody>
      </p:sp>
      <p:pic>
        <p:nvPicPr>
          <p:cNvPr id="1032" name="Picture 8">
            <a:extLst>
              <a:ext uri="{FF2B5EF4-FFF2-40B4-BE49-F238E27FC236}">
                <a16:creationId xmlns:a16="http://schemas.microsoft.com/office/drawing/2014/main" id="{0677A8CB-7C29-611A-DF59-32A03855D0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52475" y="2679766"/>
            <a:ext cx="2279650" cy="46067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AFDCE28-2A38-DFEF-767A-0C0C6B7C54F4}"/>
              </a:ext>
            </a:extLst>
          </p:cNvPr>
          <p:cNvCxnSpPr>
            <a:stCxn id="1028" idx="3"/>
          </p:cNvCxnSpPr>
          <p:nvPr/>
        </p:nvCxnSpPr>
        <p:spPr>
          <a:xfrm flipV="1">
            <a:off x="2760218" y="2252006"/>
            <a:ext cx="2215205" cy="5104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pic>
        <p:nvPicPr>
          <p:cNvPr id="10" name="Picture 9">
            <a:extLst>
              <a:ext uri="{FF2B5EF4-FFF2-40B4-BE49-F238E27FC236}">
                <a16:creationId xmlns:a16="http://schemas.microsoft.com/office/drawing/2014/main" id="{7EE65677-D213-EAE2-101E-96AFE09D464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26826" y="805971"/>
            <a:ext cx="3561924" cy="2892070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13" name="Picture 12">
            <a:extLst>
              <a:ext uri="{FF2B5EF4-FFF2-40B4-BE49-F238E27FC236}">
                <a16:creationId xmlns:a16="http://schemas.microsoft.com/office/drawing/2014/main" id="{09E4A696-92C7-4134-897E-F39AEAD04F6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26826" y="4023148"/>
            <a:ext cx="3487282" cy="173121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A154F7C0-0981-D9F0-044A-25E5313B8DAB}"/>
              </a:ext>
            </a:extLst>
          </p:cNvPr>
          <p:cNvCxnSpPr>
            <a:cxnSpLocks/>
            <a:endCxn id="10" idx="1"/>
          </p:cNvCxnSpPr>
          <p:nvPr/>
        </p:nvCxnSpPr>
        <p:spPr>
          <a:xfrm>
            <a:off x="5988224" y="2252006"/>
            <a:ext cx="2038602" cy="0"/>
          </a:xfrm>
          <a:prstGeom prst="straightConnector1">
            <a:avLst/>
          </a:prstGeom>
          <a:ln w="19050" cap="flat" cmpd="sng" algn="ctr">
            <a:solidFill>
              <a:schemeClr val="accent2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7E9E18EE-6118-95AF-AC67-CF6149F91297}"/>
              </a:ext>
            </a:extLst>
          </p:cNvPr>
          <p:cNvSpPr txBox="1"/>
          <p:nvPr/>
        </p:nvSpPr>
        <p:spPr>
          <a:xfrm>
            <a:off x="4240311" y="3510348"/>
            <a:ext cx="2514600" cy="553998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/>
            <a:r>
              <a:rPr lang="en-US" dirty="0"/>
              <a:t>Local server</a:t>
            </a:r>
          </a:p>
        </p:txBody>
      </p:sp>
      <p:grpSp>
        <p:nvGrpSpPr>
          <p:cNvPr id="22" name="Group 9">
            <a:extLst>
              <a:ext uri="{FF2B5EF4-FFF2-40B4-BE49-F238E27FC236}">
                <a16:creationId xmlns:a16="http://schemas.microsoft.com/office/drawing/2014/main" id="{6129EDDF-F420-AEC3-A634-086F8CF32A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>
            <a:grpSpLocks noChangeAspect="1"/>
          </p:cNvGrpSpPr>
          <p:nvPr/>
        </p:nvGrpSpPr>
        <p:grpSpPr bwMode="auto">
          <a:xfrm>
            <a:off x="5127647" y="949120"/>
            <a:ext cx="739927" cy="739927"/>
            <a:chOff x="4318" y="1008"/>
            <a:chExt cx="2304" cy="2304"/>
          </a:xfrm>
          <a:solidFill>
            <a:schemeClr val="tx2"/>
          </a:solidFill>
        </p:grpSpPr>
        <p:sp>
          <p:nvSpPr>
            <p:cNvPr id="23" name="Freeform 10">
              <a:extLst>
                <a:ext uri="{FF2B5EF4-FFF2-40B4-BE49-F238E27FC236}">
                  <a16:creationId xmlns:a16="http://schemas.microsoft.com/office/drawing/2014/main" id="{64035771-5850-385E-FD27-356C7E222F27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318" y="1008"/>
              <a:ext cx="2304" cy="2304"/>
            </a:xfrm>
            <a:custGeom>
              <a:avLst/>
              <a:gdLst>
                <a:gd name="T0" fmla="*/ 1794 w 13824"/>
                <a:gd name="T1" fmla="*/ 9213 h 13824"/>
                <a:gd name="T2" fmla="*/ 0 w 13824"/>
                <a:gd name="T3" fmla="*/ 7838 h 13824"/>
                <a:gd name="T4" fmla="*/ 0 w 13824"/>
                <a:gd name="T5" fmla="*/ 7341 h 13824"/>
                <a:gd name="T6" fmla="*/ 1794 w 13824"/>
                <a:gd name="T7" fmla="*/ 6463 h 13824"/>
                <a:gd name="T8" fmla="*/ 0 w 13824"/>
                <a:gd name="T9" fmla="*/ 6463 h 13824"/>
                <a:gd name="T10" fmla="*/ 1794 w 13824"/>
                <a:gd name="T11" fmla="*/ 4592 h 13824"/>
                <a:gd name="T12" fmla="*/ 12030 w 13824"/>
                <a:gd name="T13" fmla="*/ 9213 h 13824"/>
                <a:gd name="T14" fmla="*/ 12030 w 13824"/>
                <a:gd name="T15" fmla="*/ 8716 h 13824"/>
                <a:gd name="T16" fmla="*/ 13824 w 13824"/>
                <a:gd name="T17" fmla="*/ 7838 h 13824"/>
                <a:gd name="T18" fmla="*/ 12030 w 13824"/>
                <a:gd name="T19" fmla="*/ 7838 h 13824"/>
                <a:gd name="T20" fmla="*/ 13824 w 13824"/>
                <a:gd name="T21" fmla="*/ 5966 h 13824"/>
                <a:gd name="T22" fmla="*/ 12030 w 13824"/>
                <a:gd name="T23" fmla="*/ 4592 h 13824"/>
                <a:gd name="T24" fmla="*/ 13824 w 13824"/>
                <a:gd name="T25" fmla="*/ 4592 h 13824"/>
                <a:gd name="T26" fmla="*/ 9223 w 13824"/>
                <a:gd name="T27" fmla="*/ 13824 h 13824"/>
                <a:gd name="T28" fmla="*/ 8725 w 13824"/>
                <a:gd name="T29" fmla="*/ 13824 h 13824"/>
                <a:gd name="T30" fmla="*/ 7848 w 13824"/>
                <a:gd name="T31" fmla="*/ 12030 h 13824"/>
                <a:gd name="T32" fmla="*/ 5976 w 13824"/>
                <a:gd name="T33" fmla="*/ 13824 h 13824"/>
                <a:gd name="T34" fmla="*/ 5976 w 13824"/>
                <a:gd name="T35" fmla="*/ 12030 h 13824"/>
                <a:gd name="T36" fmla="*/ 5099 w 13824"/>
                <a:gd name="T37" fmla="*/ 13824 h 13824"/>
                <a:gd name="T38" fmla="*/ 4601 w 13824"/>
                <a:gd name="T39" fmla="*/ 13824 h 13824"/>
                <a:gd name="T40" fmla="*/ 8725 w 13824"/>
                <a:gd name="T41" fmla="*/ 1794 h 13824"/>
                <a:gd name="T42" fmla="*/ 7848 w 13824"/>
                <a:gd name="T43" fmla="*/ 0 h 13824"/>
                <a:gd name="T44" fmla="*/ 7848 w 13824"/>
                <a:gd name="T45" fmla="*/ 1794 h 13824"/>
                <a:gd name="T46" fmla="*/ 5976 w 13824"/>
                <a:gd name="T47" fmla="*/ 0 h 13824"/>
                <a:gd name="T48" fmla="*/ 6473 w 13824"/>
                <a:gd name="T49" fmla="*/ 0 h 13824"/>
                <a:gd name="T50" fmla="*/ 4601 w 13824"/>
                <a:gd name="T51" fmla="*/ 1794 h 13824"/>
                <a:gd name="T52" fmla="*/ 9915 w 13824"/>
                <a:gd name="T53" fmla="*/ 4621 h 13824"/>
                <a:gd name="T54" fmla="*/ 9915 w 13824"/>
                <a:gd name="T55" fmla="*/ 5118 h 13824"/>
                <a:gd name="T56" fmla="*/ 10490 w 13824"/>
                <a:gd name="T57" fmla="*/ 6435 h 13824"/>
                <a:gd name="T58" fmla="*/ 10490 w 13824"/>
                <a:gd name="T59" fmla="*/ 7262 h 13824"/>
                <a:gd name="T60" fmla="*/ 9915 w 13824"/>
                <a:gd name="T61" fmla="*/ 8579 h 13824"/>
                <a:gd name="T62" fmla="*/ 9915 w 13824"/>
                <a:gd name="T63" fmla="*/ 9076 h 13824"/>
                <a:gd name="T64" fmla="*/ 9173 w 13824"/>
                <a:gd name="T65" fmla="*/ 10392 h 13824"/>
                <a:gd name="T66" fmla="*/ 7848 w 13824"/>
                <a:gd name="T67" fmla="*/ 9817 h 13824"/>
                <a:gd name="T68" fmla="*/ 7351 w 13824"/>
                <a:gd name="T69" fmla="*/ 9817 h 13824"/>
                <a:gd name="T70" fmla="*/ 6035 w 13824"/>
                <a:gd name="T71" fmla="*/ 10392 h 13824"/>
                <a:gd name="T72" fmla="*/ 5216 w 13824"/>
                <a:gd name="T73" fmla="*/ 10392 h 13824"/>
                <a:gd name="T74" fmla="*/ 3977 w 13824"/>
                <a:gd name="T75" fmla="*/ 9817 h 13824"/>
                <a:gd name="T76" fmla="*/ 3402 w 13824"/>
                <a:gd name="T77" fmla="*/ 8579 h 13824"/>
                <a:gd name="T78" fmla="*/ 3402 w 13824"/>
                <a:gd name="T79" fmla="*/ 7761 h 13824"/>
                <a:gd name="T80" fmla="*/ 3977 w 13824"/>
                <a:gd name="T81" fmla="*/ 6435 h 13824"/>
                <a:gd name="T82" fmla="*/ 3977 w 13824"/>
                <a:gd name="T83" fmla="*/ 5947 h 13824"/>
                <a:gd name="T84" fmla="*/ 3402 w 13824"/>
                <a:gd name="T85" fmla="*/ 4621 h 13824"/>
                <a:gd name="T86" fmla="*/ 4719 w 13824"/>
                <a:gd name="T87" fmla="*/ 3880 h 13824"/>
                <a:gd name="T88" fmla="*/ 5216 w 13824"/>
                <a:gd name="T89" fmla="*/ 3880 h 13824"/>
                <a:gd name="T90" fmla="*/ 6532 w 13824"/>
                <a:gd name="T91" fmla="*/ 3305 h 13824"/>
                <a:gd name="T92" fmla="*/ 7351 w 13824"/>
                <a:gd name="T93" fmla="*/ 3305 h 13824"/>
                <a:gd name="T94" fmla="*/ 8676 w 13824"/>
                <a:gd name="T95" fmla="*/ 3880 h 13824"/>
                <a:gd name="T96" fmla="*/ 9173 w 13824"/>
                <a:gd name="T97" fmla="*/ 3880 h 13824"/>
                <a:gd name="T98" fmla="*/ 9255 w 13824"/>
                <a:gd name="T99" fmla="*/ 4539 h 13824"/>
                <a:gd name="T100" fmla="*/ 9255 w 13824"/>
                <a:gd name="T101" fmla="*/ 9158 h 13824"/>
                <a:gd name="T102" fmla="*/ 3149 w 13824"/>
                <a:gd name="T103" fmla="*/ 11631 h 13824"/>
                <a:gd name="T104" fmla="*/ 2164 w 13824"/>
                <a:gd name="T105" fmla="*/ 11631 h 13824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</a:cxnLst>
              <a:rect l="0" t="0" r="r" b="b"/>
              <a:pathLst>
                <a:path w="13824" h="13824">
                  <a:moveTo>
                    <a:pt x="0" y="8716"/>
                  </a:moveTo>
                  <a:lnTo>
                    <a:pt x="1794" y="8716"/>
                  </a:lnTo>
                  <a:lnTo>
                    <a:pt x="1794" y="9213"/>
                  </a:lnTo>
                  <a:lnTo>
                    <a:pt x="0" y="9213"/>
                  </a:lnTo>
                  <a:lnTo>
                    <a:pt x="0" y="8716"/>
                  </a:lnTo>
                  <a:close/>
                  <a:moveTo>
                    <a:pt x="0" y="7838"/>
                  </a:moveTo>
                  <a:lnTo>
                    <a:pt x="1794" y="7838"/>
                  </a:lnTo>
                  <a:lnTo>
                    <a:pt x="1794" y="7341"/>
                  </a:lnTo>
                  <a:lnTo>
                    <a:pt x="0" y="7341"/>
                  </a:lnTo>
                  <a:lnTo>
                    <a:pt x="0" y="7838"/>
                  </a:lnTo>
                  <a:close/>
                  <a:moveTo>
                    <a:pt x="0" y="6463"/>
                  </a:moveTo>
                  <a:lnTo>
                    <a:pt x="1794" y="6463"/>
                  </a:lnTo>
                  <a:lnTo>
                    <a:pt x="1794" y="5966"/>
                  </a:lnTo>
                  <a:lnTo>
                    <a:pt x="0" y="5966"/>
                  </a:lnTo>
                  <a:lnTo>
                    <a:pt x="0" y="6463"/>
                  </a:lnTo>
                  <a:close/>
                  <a:moveTo>
                    <a:pt x="0" y="5089"/>
                  </a:moveTo>
                  <a:lnTo>
                    <a:pt x="1794" y="5089"/>
                  </a:lnTo>
                  <a:lnTo>
                    <a:pt x="1794" y="4592"/>
                  </a:lnTo>
                  <a:lnTo>
                    <a:pt x="0" y="4592"/>
                  </a:lnTo>
                  <a:lnTo>
                    <a:pt x="0" y="5089"/>
                  </a:lnTo>
                  <a:close/>
                  <a:moveTo>
                    <a:pt x="12030" y="9213"/>
                  </a:moveTo>
                  <a:lnTo>
                    <a:pt x="13824" y="9213"/>
                  </a:lnTo>
                  <a:lnTo>
                    <a:pt x="13824" y="8716"/>
                  </a:lnTo>
                  <a:lnTo>
                    <a:pt x="12030" y="8716"/>
                  </a:lnTo>
                  <a:lnTo>
                    <a:pt x="12030" y="9213"/>
                  </a:lnTo>
                  <a:close/>
                  <a:moveTo>
                    <a:pt x="12030" y="7838"/>
                  </a:moveTo>
                  <a:lnTo>
                    <a:pt x="13824" y="7838"/>
                  </a:lnTo>
                  <a:lnTo>
                    <a:pt x="13824" y="7341"/>
                  </a:lnTo>
                  <a:lnTo>
                    <a:pt x="12030" y="7341"/>
                  </a:lnTo>
                  <a:lnTo>
                    <a:pt x="12030" y="7838"/>
                  </a:lnTo>
                  <a:close/>
                  <a:moveTo>
                    <a:pt x="12030" y="6463"/>
                  </a:moveTo>
                  <a:lnTo>
                    <a:pt x="13824" y="6463"/>
                  </a:lnTo>
                  <a:lnTo>
                    <a:pt x="13824" y="5966"/>
                  </a:lnTo>
                  <a:lnTo>
                    <a:pt x="12030" y="5966"/>
                  </a:lnTo>
                  <a:lnTo>
                    <a:pt x="12030" y="6463"/>
                  </a:lnTo>
                  <a:close/>
                  <a:moveTo>
                    <a:pt x="12030" y="4592"/>
                  </a:moveTo>
                  <a:lnTo>
                    <a:pt x="12030" y="5089"/>
                  </a:lnTo>
                  <a:lnTo>
                    <a:pt x="13824" y="5089"/>
                  </a:lnTo>
                  <a:lnTo>
                    <a:pt x="13824" y="4592"/>
                  </a:lnTo>
                  <a:lnTo>
                    <a:pt x="12030" y="4592"/>
                  </a:lnTo>
                  <a:close/>
                  <a:moveTo>
                    <a:pt x="8725" y="13824"/>
                  </a:moveTo>
                  <a:lnTo>
                    <a:pt x="9223" y="13824"/>
                  </a:lnTo>
                  <a:lnTo>
                    <a:pt x="9223" y="12030"/>
                  </a:lnTo>
                  <a:lnTo>
                    <a:pt x="8725" y="12030"/>
                  </a:lnTo>
                  <a:lnTo>
                    <a:pt x="8725" y="13824"/>
                  </a:lnTo>
                  <a:close/>
                  <a:moveTo>
                    <a:pt x="7351" y="13824"/>
                  </a:moveTo>
                  <a:lnTo>
                    <a:pt x="7848" y="13824"/>
                  </a:lnTo>
                  <a:lnTo>
                    <a:pt x="7848" y="12030"/>
                  </a:lnTo>
                  <a:lnTo>
                    <a:pt x="7351" y="12030"/>
                  </a:lnTo>
                  <a:lnTo>
                    <a:pt x="7351" y="13824"/>
                  </a:lnTo>
                  <a:close/>
                  <a:moveTo>
                    <a:pt x="5976" y="13824"/>
                  </a:moveTo>
                  <a:lnTo>
                    <a:pt x="6473" y="13824"/>
                  </a:lnTo>
                  <a:lnTo>
                    <a:pt x="6473" y="12030"/>
                  </a:lnTo>
                  <a:lnTo>
                    <a:pt x="5976" y="12030"/>
                  </a:lnTo>
                  <a:lnTo>
                    <a:pt x="5976" y="13824"/>
                  </a:lnTo>
                  <a:close/>
                  <a:moveTo>
                    <a:pt x="4601" y="13824"/>
                  </a:moveTo>
                  <a:lnTo>
                    <a:pt x="5099" y="13824"/>
                  </a:lnTo>
                  <a:lnTo>
                    <a:pt x="5099" y="12030"/>
                  </a:lnTo>
                  <a:lnTo>
                    <a:pt x="4601" y="12030"/>
                  </a:lnTo>
                  <a:lnTo>
                    <a:pt x="4601" y="13824"/>
                  </a:lnTo>
                  <a:close/>
                  <a:moveTo>
                    <a:pt x="9223" y="0"/>
                  </a:moveTo>
                  <a:lnTo>
                    <a:pt x="8725" y="0"/>
                  </a:lnTo>
                  <a:lnTo>
                    <a:pt x="8725" y="1794"/>
                  </a:lnTo>
                  <a:lnTo>
                    <a:pt x="9223" y="1794"/>
                  </a:lnTo>
                  <a:lnTo>
                    <a:pt x="9223" y="0"/>
                  </a:lnTo>
                  <a:close/>
                  <a:moveTo>
                    <a:pt x="7848" y="0"/>
                  </a:moveTo>
                  <a:lnTo>
                    <a:pt x="7351" y="0"/>
                  </a:lnTo>
                  <a:lnTo>
                    <a:pt x="7351" y="1794"/>
                  </a:lnTo>
                  <a:lnTo>
                    <a:pt x="7848" y="1794"/>
                  </a:lnTo>
                  <a:lnTo>
                    <a:pt x="7848" y="0"/>
                  </a:lnTo>
                  <a:close/>
                  <a:moveTo>
                    <a:pt x="6473" y="0"/>
                  </a:moveTo>
                  <a:lnTo>
                    <a:pt x="5976" y="0"/>
                  </a:lnTo>
                  <a:lnTo>
                    <a:pt x="5976" y="1794"/>
                  </a:lnTo>
                  <a:lnTo>
                    <a:pt x="6473" y="1794"/>
                  </a:lnTo>
                  <a:lnTo>
                    <a:pt x="6473" y="0"/>
                  </a:lnTo>
                  <a:close/>
                  <a:moveTo>
                    <a:pt x="5099" y="0"/>
                  </a:moveTo>
                  <a:lnTo>
                    <a:pt x="4601" y="0"/>
                  </a:lnTo>
                  <a:lnTo>
                    <a:pt x="4601" y="1794"/>
                  </a:lnTo>
                  <a:lnTo>
                    <a:pt x="5099" y="1794"/>
                  </a:lnTo>
                  <a:lnTo>
                    <a:pt x="5099" y="0"/>
                  </a:lnTo>
                  <a:close/>
                  <a:moveTo>
                    <a:pt x="9915" y="4621"/>
                  </a:moveTo>
                  <a:lnTo>
                    <a:pt x="10490" y="4621"/>
                  </a:lnTo>
                  <a:lnTo>
                    <a:pt x="10490" y="5118"/>
                  </a:lnTo>
                  <a:lnTo>
                    <a:pt x="9915" y="5118"/>
                  </a:lnTo>
                  <a:lnTo>
                    <a:pt x="9915" y="5947"/>
                  </a:lnTo>
                  <a:lnTo>
                    <a:pt x="10490" y="5947"/>
                  </a:lnTo>
                  <a:lnTo>
                    <a:pt x="10490" y="6435"/>
                  </a:lnTo>
                  <a:lnTo>
                    <a:pt x="9915" y="6435"/>
                  </a:lnTo>
                  <a:lnTo>
                    <a:pt x="9915" y="7262"/>
                  </a:lnTo>
                  <a:lnTo>
                    <a:pt x="10490" y="7262"/>
                  </a:lnTo>
                  <a:lnTo>
                    <a:pt x="10490" y="7761"/>
                  </a:lnTo>
                  <a:lnTo>
                    <a:pt x="9915" y="7761"/>
                  </a:lnTo>
                  <a:lnTo>
                    <a:pt x="9915" y="8579"/>
                  </a:lnTo>
                  <a:lnTo>
                    <a:pt x="10490" y="8579"/>
                  </a:lnTo>
                  <a:lnTo>
                    <a:pt x="10490" y="9076"/>
                  </a:lnTo>
                  <a:lnTo>
                    <a:pt x="9915" y="9076"/>
                  </a:lnTo>
                  <a:lnTo>
                    <a:pt x="9915" y="9817"/>
                  </a:lnTo>
                  <a:lnTo>
                    <a:pt x="9173" y="9817"/>
                  </a:lnTo>
                  <a:lnTo>
                    <a:pt x="9173" y="10392"/>
                  </a:lnTo>
                  <a:lnTo>
                    <a:pt x="8676" y="10392"/>
                  </a:lnTo>
                  <a:lnTo>
                    <a:pt x="8676" y="9817"/>
                  </a:lnTo>
                  <a:lnTo>
                    <a:pt x="7848" y="9817"/>
                  </a:lnTo>
                  <a:lnTo>
                    <a:pt x="7848" y="10392"/>
                  </a:lnTo>
                  <a:lnTo>
                    <a:pt x="7351" y="10392"/>
                  </a:lnTo>
                  <a:lnTo>
                    <a:pt x="7351" y="9817"/>
                  </a:lnTo>
                  <a:lnTo>
                    <a:pt x="6532" y="9817"/>
                  </a:lnTo>
                  <a:lnTo>
                    <a:pt x="6532" y="10392"/>
                  </a:lnTo>
                  <a:lnTo>
                    <a:pt x="6035" y="10392"/>
                  </a:lnTo>
                  <a:lnTo>
                    <a:pt x="6035" y="9817"/>
                  </a:lnTo>
                  <a:lnTo>
                    <a:pt x="5216" y="9817"/>
                  </a:lnTo>
                  <a:lnTo>
                    <a:pt x="5216" y="10392"/>
                  </a:lnTo>
                  <a:lnTo>
                    <a:pt x="4719" y="10392"/>
                  </a:lnTo>
                  <a:lnTo>
                    <a:pt x="4719" y="9817"/>
                  </a:lnTo>
                  <a:lnTo>
                    <a:pt x="3977" y="9817"/>
                  </a:lnTo>
                  <a:lnTo>
                    <a:pt x="3977" y="9076"/>
                  </a:lnTo>
                  <a:lnTo>
                    <a:pt x="3402" y="9076"/>
                  </a:lnTo>
                  <a:lnTo>
                    <a:pt x="3402" y="8579"/>
                  </a:lnTo>
                  <a:lnTo>
                    <a:pt x="3977" y="8579"/>
                  </a:lnTo>
                  <a:lnTo>
                    <a:pt x="3977" y="7761"/>
                  </a:lnTo>
                  <a:lnTo>
                    <a:pt x="3402" y="7761"/>
                  </a:lnTo>
                  <a:lnTo>
                    <a:pt x="3402" y="7262"/>
                  </a:lnTo>
                  <a:lnTo>
                    <a:pt x="3977" y="7262"/>
                  </a:lnTo>
                  <a:lnTo>
                    <a:pt x="3977" y="6435"/>
                  </a:lnTo>
                  <a:lnTo>
                    <a:pt x="3402" y="6435"/>
                  </a:lnTo>
                  <a:lnTo>
                    <a:pt x="3402" y="5947"/>
                  </a:lnTo>
                  <a:lnTo>
                    <a:pt x="3977" y="5947"/>
                  </a:lnTo>
                  <a:lnTo>
                    <a:pt x="3977" y="5118"/>
                  </a:lnTo>
                  <a:lnTo>
                    <a:pt x="3402" y="5118"/>
                  </a:lnTo>
                  <a:lnTo>
                    <a:pt x="3402" y="4621"/>
                  </a:lnTo>
                  <a:lnTo>
                    <a:pt x="3977" y="4621"/>
                  </a:lnTo>
                  <a:lnTo>
                    <a:pt x="3977" y="3880"/>
                  </a:lnTo>
                  <a:lnTo>
                    <a:pt x="4719" y="3880"/>
                  </a:lnTo>
                  <a:lnTo>
                    <a:pt x="4719" y="3305"/>
                  </a:lnTo>
                  <a:lnTo>
                    <a:pt x="5216" y="3305"/>
                  </a:lnTo>
                  <a:lnTo>
                    <a:pt x="5216" y="3880"/>
                  </a:lnTo>
                  <a:lnTo>
                    <a:pt x="6035" y="3880"/>
                  </a:lnTo>
                  <a:lnTo>
                    <a:pt x="6035" y="3305"/>
                  </a:lnTo>
                  <a:lnTo>
                    <a:pt x="6532" y="3305"/>
                  </a:lnTo>
                  <a:lnTo>
                    <a:pt x="6532" y="3880"/>
                  </a:lnTo>
                  <a:lnTo>
                    <a:pt x="7351" y="3880"/>
                  </a:lnTo>
                  <a:lnTo>
                    <a:pt x="7351" y="3305"/>
                  </a:lnTo>
                  <a:lnTo>
                    <a:pt x="7848" y="3305"/>
                  </a:lnTo>
                  <a:lnTo>
                    <a:pt x="7848" y="3880"/>
                  </a:lnTo>
                  <a:lnTo>
                    <a:pt x="8676" y="3880"/>
                  </a:lnTo>
                  <a:lnTo>
                    <a:pt x="8676" y="3305"/>
                  </a:lnTo>
                  <a:lnTo>
                    <a:pt x="9173" y="3305"/>
                  </a:lnTo>
                  <a:lnTo>
                    <a:pt x="9173" y="3880"/>
                  </a:lnTo>
                  <a:lnTo>
                    <a:pt x="9915" y="3880"/>
                  </a:lnTo>
                  <a:lnTo>
                    <a:pt x="9915" y="4621"/>
                  </a:lnTo>
                  <a:close/>
                  <a:moveTo>
                    <a:pt x="9255" y="4539"/>
                  </a:moveTo>
                  <a:lnTo>
                    <a:pt x="4637" y="4539"/>
                  </a:lnTo>
                  <a:lnTo>
                    <a:pt x="4637" y="9158"/>
                  </a:lnTo>
                  <a:lnTo>
                    <a:pt x="9255" y="9158"/>
                  </a:lnTo>
                  <a:lnTo>
                    <a:pt x="9255" y="4539"/>
                  </a:lnTo>
                  <a:close/>
                  <a:moveTo>
                    <a:pt x="2164" y="11631"/>
                  </a:moveTo>
                  <a:lnTo>
                    <a:pt x="3149" y="11631"/>
                  </a:lnTo>
                  <a:lnTo>
                    <a:pt x="3149" y="10646"/>
                  </a:lnTo>
                  <a:lnTo>
                    <a:pt x="2164" y="10646"/>
                  </a:lnTo>
                  <a:lnTo>
                    <a:pt x="2164" y="11631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  <p:sp>
          <p:nvSpPr>
            <p:cNvPr id="24" name="Freeform 11">
              <a:extLst>
                <a:ext uri="{FF2B5EF4-FFF2-40B4-BE49-F238E27FC236}">
                  <a16:creationId xmlns:a16="http://schemas.microsoft.com/office/drawing/2014/main" id="{E35D78EB-50A4-EB8F-389E-82A69F2CA44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>
              <a:spLocks noEditPoints="1"/>
            </p:cNvSpPr>
            <p:nvPr/>
          </p:nvSpPr>
          <p:spPr bwMode="auto">
            <a:xfrm>
              <a:off x="4706" y="1380"/>
              <a:ext cx="1539" cy="1539"/>
            </a:xfrm>
            <a:custGeom>
              <a:avLst/>
              <a:gdLst>
                <a:gd name="T0" fmla="*/ 4338 w 9233"/>
                <a:gd name="T1" fmla="*/ 3538 h 9232"/>
                <a:gd name="T2" fmla="*/ 3580 w 9233"/>
                <a:gd name="T3" fmla="*/ 5279 h 9232"/>
                <a:gd name="T4" fmla="*/ 3732 w 9233"/>
                <a:gd name="T5" fmla="*/ 4914 h 9232"/>
                <a:gd name="T6" fmla="*/ 5531 w 9233"/>
                <a:gd name="T7" fmla="*/ 5858 h 9232"/>
                <a:gd name="T8" fmla="*/ 9233 w 9233"/>
                <a:gd name="T9" fmla="*/ 660 h 9232"/>
                <a:gd name="T10" fmla="*/ 9230 w 9233"/>
                <a:gd name="T11" fmla="*/ 8137 h 9232"/>
                <a:gd name="T12" fmla="*/ 9219 w 9233"/>
                <a:gd name="T13" fmla="*/ 8253 h 9232"/>
                <a:gd name="T14" fmla="*/ 9196 w 9233"/>
                <a:gd name="T15" fmla="*/ 8366 h 9232"/>
                <a:gd name="T16" fmla="*/ 9162 w 9233"/>
                <a:gd name="T17" fmla="*/ 8474 h 9232"/>
                <a:gd name="T18" fmla="*/ 9118 w 9233"/>
                <a:gd name="T19" fmla="*/ 8578 h 9232"/>
                <a:gd name="T20" fmla="*/ 9065 w 9233"/>
                <a:gd name="T21" fmla="*/ 8676 h 9232"/>
                <a:gd name="T22" fmla="*/ 9002 w 9233"/>
                <a:gd name="T23" fmla="*/ 8768 h 9232"/>
                <a:gd name="T24" fmla="*/ 8894 w 9233"/>
                <a:gd name="T25" fmla="*/ 8893 h 9232"/>
                <a:gd name="T26" fmla="*/ 8769 w 9233"/>
                <a:gd name="T27" fmla="*/ 9002 h 9232"/>
                <a:gd name="T28" fmla="*/ 8676 w 9233"/>
                <a:gd name="T29" fmla="*/ 9064 h 9232"/>
                <a:gd name="T30" fmla="*/ 8578 w 9233"/>
                <a:gd name="T31" fmla="*/ 9118 h 9232"/>
                <a:gd name="T32" fmla="*/ 8474 w 9233"/>
                <a:gd name="T33" fmla="*/ 9162 h 9232"/>
                <a:gd name="T34" fmla="*/ 8366 w 9233"/>
                <a:gd name="T35" fmla="*/ 9195 h 9232"/>
                <a:gd name="T36" fmla="*/ 8254 w 9233"/>
                <a:gd name="T37" fmla="*/ 9218 h 9232"/>
                <a:gd name="T38" fmla="*/ 8137 w 9233"/>
                <a:gd name="T39" fmla="*/ 9230 h 9232"/>
                <a:gd name="T40" fmla="*/ 7877 w 9233"/>
                <a:gd name="T41" fmla="*/ 9232 h 9232"/>
                <a:gd name="T42" fmla="*/ 4387 w 9233"/>
                <a:gd name="T43" fmla="*/ 8574 h 9232"/>
                <a:gd name="T44" fmla="*/ 8128 w 9233"/>
                <a:gd name="T45" fmla="*/ 8571 h 9232"/>
                <a:gd name="T46" fmla="*/ 8225 w 9233"/>
                <a:gd name="T47" fmla="*/ 8552 h 9232"/>
                <a:gd name="T48" fmla="*/ 8315 w 9233"/>
                <a:gd name="T49" fmla="*/ 8514 h 9232"/>
                <a:gd name="T50" fmla="*/ 8393 w 9233"/>
                <a:gd name="T51" fmla="*/ 8460 h 9232"/>
                <a:gd name="T52" fmla="*/ 8460 w 9233"/>
                <a:gd name="T53" fmla="*/ 8394 h 9232"/>
                <a:gd name="T54" fmla="*/ 8513 w 9233"/>
                <a:gd name="T55" fmla="*/ 8315 h 9232"/>
                <a:gd name="T56" fmla="*/ 8550 w 9233"/>
                <a:gd name="T57" fmla="*/ 8225 h 9232"/>
                <a:gd name="T58" fmla="*/ 8570 w 9233"/>
                <a:gd name="T59" fmla="*/ 8129 h 9232"/>
                <a:gd name="T60" fmla="*/ 8574 w 9233"/>
                <a:gd name="T61" fmla="*/ 659 h 9232"/>
                <a:gd name="T62" fmla="*/ 1104 w 9233"/>
                <a:gd name="T63" fmla="*/ 661 h 9232"/>
                <a:gd name="T64" fmla="*/ 1008 w 9233"/>
                <a:gd name="T65" fmla="*/ 681 h 9232"/>
                <a:gd name="T66" fmla="*/ 919 w 9233"/>
                <a:gd name="T67" fmla="*/ 718 h 9232"/>
                <a:gd name="T68" fmla="*/ 839 w 9233"/>
                <a:gd name="T69" fmla="*/ 771 h 9232"/>
                <a:gd name="T70" fmla="*/ 773 w 9233"/>
                <a:gd name="T71" fmla="*/ 838 h 9232"/>
                <a:gd name="T72" fmla="*/ 719 w 9233"/>
                <a:gd name="T73" fmla="*/ 918 h 9232"/>
                <a:gd name="T74" fmla="*/ 682 w 9233"/>
                <a:gd name="T75" fmla="*/ 1006 h 9232"/>
                <a:gd name="T76" fmla="*/ 662 w 9233"/>
                <a:gd name="T77" fmla="*/ 1103 h 9232"/>
                <a:gd name="T78" fmla="*/ 653 w 9233"/>
                <a:gd name="T79" fmla="*/ 4536 h 9232"/>
                <a:gd name="T80" fmla="*/ 0 w 9233"/>
                <a:gd name="T81" fmla="*/ 2144 h 9232"/>
                <a:gd name="T82" fmla="*/ 2 w 9233"/>
                <a:gd name="T83" fmla="*/ 1094 h 9232"/>
                <a:gd name="T84" fmla="*/ 13 w 9233"/>
                <a:gd name="T85" fmla="*/ 978 h 9232"/>
                <a:gd name="T86" fmla="*/ 36 w 9233"/>
                <a:gd name="T87" fmla="*/ 865 h 9232"/>
                <a:gd name="T88" fmla="*/ 70 w 9233"/>
                <a:gd name="T89" fmla="*/ 757 h 9232"/>
                <a:gd name="T90" fmla="*/ 114 w 9233"/>
                <a:gd name="T91" fmla="*/ 653 h 9232"/>
                <a:gd name="T92" fmla="*/ 167 w 9233"/>
                <a:gd name="T93" fmla="*/ 555 h 9232"/>
                <a:gd name="T94" fmla="*/ 229 w 9233"/>
                <a:gd name="T95" fmla="*/ 464 h 9232"/>
                <a:gd name="T96" fmla="*/ 338 w 9233"/>
                <a:gd name="T97" fmla="*/ 338 h 9232"/>
                <a:gd name="T98" fmla="*/ 464 w 9233"/>
                <a:gd name="T99" fmla="*/ 229 h 9232"/>
                <a:gd name="T100" fmla="*/ 556 w 9233"/>
                <a:gd name="T101" fmla="*/ 167 h 9232"/>
                <a:gd name="T102" fmla="*/ 654 w 9233"/>
                <a:gd name="T103" fmla="*/ 113 h 9232"/>
                <a:gd name="T104" fmla="*/ 758 w 9233"/>
                <a:gd name="T105" fmla="*/ 69 h 9232"/>
                <a:gd name="T106" fmla="*/ 866 w 9233"/>
                <a:gd name="T107" fmla="*/ 36 h 9232"/>
                <a:gd name="T108" fmla="*/ 978 w 9233"/>
                <a:gd name="T109" fmla="*/ 13 h 9232"/>
                <a:gd name="T110" fmla="*/ 1095 w 9233"/>
                <a:gd name="T111" fmla="*/ 1 h 9232"/>
                <a:gd name="T112" fmla="*/ 9233 w 9233"/>
                <a:gd name="T113" fmla="*/ 0 h 9232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</a:cxnLst>
              <a:rect l="0" t="0" r="r" b="b"/>
              <a:pathLst>
                <a:path w="9233" h="9232">
                  <a:moveTo>
                    <a:pt x="4644" y="5279"/>
                  </a:moveTo>
                  <a:lnTo>
                    <a:pt x="4888" y="5858"/>
                  </a:lnTo>
                  <a:lnTo>
                    <a:pt x="5332" y="5858"/>
                  </a:lnTo>
                  <a:lnTo>
                    <a:pt x="4338" y="3538"/>
                  </a:lnTo>
                  <a:lnTo>
                    <a:pt x="3900" y="3538"/>
                  </a:lnTo>
                  <a:lnTo>
                    <a:pt x="2905" y="5858"/>
                  </a:lnTo>
                  <a:lnTo>
                    <a:pt x="3340" y="5858"/>
                  </a:lnTo>
                  <a:lnTo>
                    <a:pt x="3580" y="5279"/>
                  </a:lnTo>
                  <a:lnTo>
                    <a:pt x="4644" y="5279"/>
                  </a:lnTo>
                  <a:close/>
                  <a:moveTo>
                    <a:pt x="4114" y="4002"/>
                  </a:moveTo>
                  <a:lnTo>
                    <a:pt x="4493" y="4914"/>
                  </a:lnTo>
                  <a:lnTo>
                    <a:pt x="3732" y="4914"/>
                  </a:lnTo>
                  <a:lnTo>
                    <a:pt x="4114" y="4002"/>
                  </a:lnTo>
                  <a:close/>
                  <a:moveTo>
                    <a:pt x="5924" y="3537"/>
                  </a:moveTo>
                  <a:lnTo>
                    <a:pt x="5924" y="5858"/>
                  </a:lnTo>
                  <a:lnTo>
                    <a:pt x="5531" y="5858"/>
                  </a:lnTo>
                  <a:lnTo>
                    <a:pt x="5531" y="3537"/>
                  </a:lnTo>
                  <a:lnTo>
                    <a:pt x="5924" y="3537"/>
                  </a:lnTo>
                  <a:close/>
                  <a:moveTo>
                    <a:pt x="9233" y="0"/>
                  </a:moveTo>
                  <a:lnTo>
                    <a:pt x="9233" y="660"/>
                  </a:lnTo>
                  <a:lnTo>
                    <a:pt x="9233" y="8078"/>
                  </a:lnTo>
                  <a:lnTo>
                    <a:pt x="9233" y="8078"/>
                  </a:lnTo>
                  <a:lnTo>
                    <a:pt x="9232" y="8107"/>
                  </a:lnTo>
                  <a:lnTo>
                    <a:pt x="9230" y="8137"/>
                  </a:lnTo>
                  <a:lnTo>
                    <a:pt x="9229" y="8167"/>
                  </a:lnTo>
                  <a:lnTo>
                    <a:pt x="9226" y="8196"/>
                  </a:lnTo>
                  <a:lnTo>
                    <a:pt x="9223" y="8224"/>
                  </a:lnTo>
                  <a:lnTo>
                    <a:pt x="9219" y="8253"/>
                  </a:lnTo>
                  <a:lnTo>
                    <a:pt x="9214" y="8282"/>
                  </a:lnTo>
                  <a:lnTo>
                    <a:pt x="9208" y="8310"/>
                  </a:lnTo>
                  <a:lnTo>
                    <a:pt x="9203" y="8338"/>
                  </a:lnTo>
                  <a:lnTo>
                    <a:pt x="9196" y="8366"/>
                  </a:lnTo>
                  <a:lnTo>
                    <a:pt x="9189" y="8393"/>
                  </a:lnTo>
                  <a:lnTo>
                    <a:pt x="9181" y="8420"/>
                  </a:lnTo>
                  <a:lnTo>
                    <a:pt x="9172" y="8448"/>
                  </a:lnTo>
                  <a:lnTo>
                    <a:pt x="9162" y="8474"/>
                  </a:lnTo>
                  <a:lnTo>
                    <a:pt x="9152" y="8501"/>
                  </a:lnTo>
                  <a:lnTo>
                    <a:pt x="9141" y="8526"/>
                  </a:lnTo>
                  <a:lnTo>
                    <a:pt x="9130" y="8553"/>
                  </a:lnTo>
                  <a:lnTo>
                    <a:pt x="9118" y="8578"/>
                  </a:lnTo>
                  <a:lnTo>
                    <a:pt x="9106" y="8602"/>
                  </a:lnTo>
                  <a:lnTo>
                    <a:pt x="9093" y="8628"/>
                  </a:lnTo>
                  <a:lnTo>
                    <a:pt x="9079" y="8652"/>
                  </a:lnTo>
                  <a:lnTo>
                    <a:pt x="9065" y="8676"/>
                  </a:lnTo>
                  <a:lnTo>
                    <a:pt x="9051" y="8699"/>
                  </a:lnTo>
                  <a:lnTo>
                    <a:pt x="9035" y="8722"/>
                  </a:lnTo>
                  <a:lnTo>
                    <a:pt x="9019" y="8746"/>
                  </a:lnTo>
                  <a:lnTo>
                    <a:pt x="9002" y="8768"/>
                  </a:lnTo>
                  <a:lnTo>
                    <a:pt x="8986" y="8790"/>
                  </a:lnTo>
                  <a:lnTo>
                    <a:pt x="8968" y="8812"/>
                  </a:lnTo>
                  <a:lnTo>
                    <a:pt x="8932" y="8854"/>
                  </a:lnTo>
                  <a:lnTo>
                    <a:pt x="8894" y="8893"/>
                  </a:lnTo>
                  <a:lnTo>
                    <a:pt x="8854" y="8932"/>
                  </a:lnTo>
                  <a:lnTo>
                    <a:pt x="8812" y="8968"/>
                  </a:lnTo>
                  <a:lnTo>
                    <a:pt x="8791" y="8986"/>
                  </a:lnTo>
                  <a:lnTo>
                    <a:pt x="8769" y="9002"/>
                  </a:lnTo>
                  <a:lnTo>
                    <a:pt x="8746" y="9019"/>
                  </a:lnTo>
                  <a:lnTo>
                    <a:pt x="8723" y="9034"/>
                  </a:lnTo>
                  <a:lnTo>
                    <a:pt x="8700" y="9050"/>
                  </a:lnTo>
                  <a:lnTo>
                    <a:pt x="8676" y="9064"/>
                  </a:lnTo>
                  <a:lnTo>
                    <a:pt x="8652" y="9078"/>
                  </a:lnTo>
                  <a:lnTo>
                    <a:pt x="8628" y="9093"/>
                  </a:lnTo>
                  <a:lnTo>
                    <a:pt x="8603" y="9106"/>
                  </a:lnTo>
                  <a:lnTo>
                    <a:pt x="8578" y="9118"/>
                  </a:lnTo>
                  <a:lnTo>
                    <a:pt x="8553" y="9130"/>
                  </a:lnTo>
                  <a:lnTo>
                    <a:pt x="8527" y="9141"/>
                  </a:lnTo>
                  <a:lnTo>
                    <a:pt x="8501" y="9151"/>
                  </a:lnTo>
                  <a:lnTo>
                    <a:pt x="8474" y="9162"/>
                  </a:lnTo>
                  <a:lnTo>
                    <a:pt x="8448" y="9171"/>
                  </a:lnTo>
                  <a:lnTo>
                    <a:pt x="8422" y="9180"/>
                  </a:lnTo>
                  <a:lnTo>
                    <a:pt x="8394" y="9187"/>
                  </a:lnTo>
                  <a:lnTo>
                    <a:pt x="8366" y="9195"/>
                  </a:lnTo>
                  <a:lnTo>
                    <a:pt x="8339" y="9202"/>
                  </a:lnTo>
                  <a:lnTo>
                    <a:pt x="8310" y="9208"/>
                  </a:lnTo>
                  <a:lnTo>
                    <a:pt x="8283" y="9214"/>
                  </a:lnTo>
                  <a:lnTo>
                    <a:pt x="8254" y="9218"/>
                  </a:lnTo>
                  <a:lnTo>
                    <a:pt x="8225" y="9223"/>
                  </a:lnTo>
                  <a:lnTo>
                    <a:pt x="8196" y="9226"/>
                  </a:lnTo>
                  <a:lnTo>
                    <a:pt x="8167" y="9228"/>
                  </a:lnTo>
                  <a:lnTo>
                    <a:pt x="8137" y="9230"/>
                  </a:lnTo>
                  <a:lnTo>
                    <a:pt x="8107" y="9232"/>
                  </a:lnTo>
                  <a:lnTo>
                    <a:pt x="8078" y="9232"/>
                  </a:lnTo>
                  <a:lnTo>
                    <a:pt x="7877" y="9232"/>
                  </a:lnTo>
                  <a:lnTo>
                    <a:pt x="7877" y="9232"/>
                  </a:lnTo>
                  <a:lnTo>
                    <a:pt x="1335" y="9232"/>
                  </a:lnTo>
                  <a:lnTo>
                    <a:pt x="1335" y="8578"/>
                  </a:lnTo>
                  <a:lnTo>
                    <a:pt x="4387" y="8578"/>
                  </a:lnTo>
                  <a:lnTo>
                    <a:pt x="4387" y="8574"/>
                  </a:lnTo>
                  <a:lnTo>
                    <a:pt x="8078" y="8574"/>
                  </a:lnTo>
                  <a:lnTo>
                    <a:pt x="8078" y="8574"/>
                  </a:lnTo>
                  <a:lnTo>
                    <a:pt x="8104" y="8573"/>
                  </a:lnTo>
                  <a:lnTo>
                    <a:pt x="8128" y="8571"/>
                  </a:lnTo>
                  <a:lnTo>
                    <a:pt x="8154" y="8568"/>
                  </a:lnTo>
                  <a:lnTo>
                    <a:pt x="8178" y="8564"/>
                  </a:lnTo>
                  <a:lnTo>
                    <a:pt x="8202" y="8558"/>
                  </a:lnTo>
                  <a:lnTo>
                    <a:pt x="8225" y="8552"/>
                  </a:lnTo>
                  <a:lnTo>
                    <a:pt x="8248" y="8544"/>
                  </a:lnTo>
                  <a:lnTo>
                    <a:pt x="8271" y="8535"/>
                  </a:lnTo>
                  <a:lnTo>
                    <a:pt x="8293" y="8525"/>
                  </a:lnTo>
                  <a:lnTo>
                    <a:pt x="8315" y="8514"/>
                  </a:lnTo>
                  <a:lnTo>
                    <a:pt x="8334" y="8502"/>
                  </a:lnTo>
                  <a:lnTo>
                    <a:pt x="8355" y="8489"/>
                  </a:lnTo>
                  <a:lnTo>
                    <a:pt x="8374" y="8476"/>
                  </a:lnTo>
                  <a:lnTo>
                    <a:pt x="8393" y="8460"/>
                  </a:lnTo>
                  <a:lnTo>
                    <a:pt x="8412" y="8445"/>
                  </a:lnTo>
                  <a:lnTo>
                    <a:pt x="8428" y="8428"/>
                  </a:lnTo>
                  <a:lnTo>
                    <a:pt x="8445" y="8412"/>
                  </a:lnTo>
                  <a:lnTo>
                    <a:pt x="8460" y="8394"/>
                  </a:lnTo>
                  <a:lnTo>
                    <a:pt x="8474" y="8375"/>
                  </a:lnTo>
                  <a:lnTo>
                    <a:pt x="8489" y="8355"/>
                  </a:lnTo>
                  <a:lnTo>
                    <a:pt x="8502" y="8336"/>
                  </a:lnTo>
                  <a:lnTo>
                    <a:pt x="8513" y="8315"/>
                  </a:lnTo>
                  <a:lnTo>
                    <a:pt x="8524" y="8294"/>
                  </a:lnTo>
                  <a:lnTo>
                    <a:pt x="8534" y="8272"/>
                  </a:lnTo>
                  <a:lnTo>
                    <a:pt x="8543" y="8249"/>
                  </a:lnTo>
                  <a:lnTo>
                    <a:pt x="8550" y="8225"/>
                  </a:lnTo>
                  <a:lnTo>
                    <a:pt x="8557" y="8202"/>
                  </a:lnTo>
                  <a:lnTo>
                    <a:pt x="8563" y="8178"/>
                  </a:lnTo>
                  <a:lnTo>
                    <a:pt x="8567" y="8154"/>
                  </a:lnTo>
                  <a:lnTo>
                    <a:pt x="8570" y="8129"/>
                  </a:lnTo>
                  <a:lnTo>
                    <a:pt x="8572" y="8104"/>
                  </a:lnTo>
                  <a:lnTo>
                    <a:pt x="8574" y="8079"/>
                  </a:lnTo>
                  <a:lnTo>
                    <a:pt x="8574" y="660"/>
                  </a:lnTo>
                  <a:lnTo>
                    <a:pt x="8574" y="659"/>
                  </a:lnTo>
                  <a:lnTo>
                    <a:pt x="1155" y="659"/>
                  </a:lnTo>
                  <a:lnTo>
                    <a:pt x="1155" y="659"/>
                  </a:lnTo>
                  <a:lnTo>
                    <a:pt x="1129" y="659"/>
                  </a:lnTo>
                  <a:lnTo>
                    <a:pt x="1104" y="661"/>
                  </a:lnTo>
                  <a:lnTo>
                    <a:pt x="1080" y="664"/>
                  </a:lnTo>
                  <a:lnTo>
                    <a:pt x="1055" y="669"/>
                  </a:lnTo>
                  <a:lnTo>
                    <a:pt x="1031" y="674"/>
                  </a:lnTo>
                  <a:lnTo>
                    <a:pt x="1008" y="681"/>
                  </a:lnTo>
                  <a:lnTo>
                    <a:pt x="985" y="689"/>
                  </a:lnTo>
                  <a:lnTo>
                    <a:pt x="962" y="697"/>
                  </a:lnTo>
                  <a:lnTo>
                    <a:pt x="940" y="707"/>
                  </a:lnTo>
                  <a:lnTo>
                    <a:pt x="919" y="718"/>
                  </a:lnTo>
                  <a:lnTo>
                    <a:pt x="898" y="730"/>
                  </a:lnTo>
                  <a:lnTo>
                    <a:pt x="878" y="744"/>
                  </a:lnTo>
                  <a:lnTo>
                    <a:pt x="858" y="757"/>
                  </a:lnTo>
                  <a:lnTo>
                    <a:pt x="839" y="771"/>
                  </a:lnTo>
                  <a:lnTo>
                    <a:pt x="822" y="787"/>
                  </a:lnTo>
                  <a:lnTo>
                    <a:pt x="805" y="803"/>
                  </a:lnTo>
                  <a:lnTo>
                    <a:pt x="789" y="821"/>
                  </a:lnTo>
                  <a:lnTo>
                    <a:pt x="773" y="838"/>
                  </a:lnTo>
                  <a:lnTo>
                    <a:pt x="758" y="857"/>
                  </a:lnTo>
                  <a:lnTo>
                    <a:pt x="745" y="877"/>
                  </a:lnTo>
                  <a:lnTo>
                    <a:pt x="731" y="897"/>
                  </a:lnTo>
                  <a:lnTo>
                    <a:pt x="719" y="918"/>
                  </a:lnTo>
                  <a:lnTo>
                    <a:pt x="708" y="939"/>
                  </a:lnTo>
                  <a:lnTo>
                    <a:pt x="698" y="961"/>
                  </a:lnTo>
                  <a:lnTo>
                    <a:pt x="690" y="983"/>
                  </a:lnTo>
                  <a:lnTo>
                    <a:pt x="682" y="1006"/>
                  </a:lnTo>
                  <a:lnTo>
                    <a:pt x="675" y="1030"/>
                  </a:lnTo>
                  <a:lnTo>
                    <a:pt x="670" y="1053"/>
                  </a:lnTo>
                  <a:lnTo>
                    <a:pt x="665" y="1079"/>
                  </a:lnTo>
                  <a:lnTo>
                    <a:pt x="662" y="1103"/>
                  </a:lnTo>
                  <a:lnTo>
                    <a:pt x="661" y="1128"/>
                  </a:lnTo>
                  <a:lnTo>
                    <a:pt x="660" y="1154"/>
                  </a:lnTo>
                  <a:lnTo>
                    <a:pt x="660" y="4536"/>
                  </a:lnTo>
                  <a:lnTo>
                    <a:pt x="653" y="4536"/>
                  </a:lnTo>
                  <a:lnTo>
                    <a:pt x="653" y="7954"/>
                  </a:lnTo>
                  <a:lnTo>
                    <a:pt x="0" y="7954"/>
                  </a:lnTo>
                  <a:lnTo>
                    <a:pt x="0" y="4536"/>
                  </a:lnTo>
                  <a:lnTo>
                    <a:pt x="0" y="2144"/>
                  </a:lnTo>
                  <a:lnTo>
                    <a:pt x="0" y="1154"/>
                  </a:lnTo>
                  <a:lnTo>
                    <a:pt x="0" y="1154"/>
                  </a:lnTo>
                  <a:lnTo>
                    <a:pt x="1" y="1124"/>
                  </a:lnTo>
                  <a:lnTo>
                    <a:pt x="2" y="1094"/>
                  </a:lnTo>
                  <a:lnTo>
                    <a:pt x="3" y="1064"/>
                  </a:lnTo>
                  <a:lnTo>
                    <a:pt x="6" y="1036"/>
                  </a:lnTo>
                  <a:lnTo>
                    <a:pt x="10" y="1007"/>
                  </a:lnTo>
                  <a:lnTo>
                    <a:pt x="13" y="978"/>
                  </a:lnTo>
                  <a:lnTo>
                    <a:pt x="18" y="950"/>
                  </a:lnTo>
                  <a:lnTo>
                    <a:pt x="24" y="921"/>
                  </a:lnTo>
                  <a:lnTo>
                    <a:pt x="29" y="893"/>
                  </a:lnTo>
                  <a:lnTo>
                    <a:pt x="36" y="865"/>
                  </a:lnTo>
                  <a:lnTo>
                    <a:pt x="44" y="837"/>
                  </a:lnTo>
                  <a:lnTo>
                    <a:pt x="52" y="811"/>
                  </a:lnTo>
                  <a:lnTo>
                    <a:pt x="60" y="783"/>
                  </a:lnTo>
                  <a:lnTo>
                    <a:pt x="70" y="757"/>
                  </a:lnTo>
                  <a:lnTo>
                    <a:pt x="80" y="730"/>
                  </a:lnTo>
                  <a:lnTo>
                    <a:pt x="91" y="705"/>
                  </a:lnTo>
                  <a:lnTo>
                    <a:pt x="102" y="679"/>
                  </a:lnTo>
                  <a:lnTo>
                    <a:pt x="114" y="653"/>
                  </a:lnTo>
                  <a:lnTo>
                    <a:pt x="126" y="628"/>
                  </a:lnTo>
                  <a:lnTo>
                    <a:pt x="140" y="604"/>
                  </a:lnTo>
                  <a:lnTo>
                    <a:pt x="153" y="579"/>
                  </a:lnTo>
                  <a:lnTo>
                    <a:pt x="167" y="555"/>
                  </a:lnTo>
                  <a:lnTo>
                    <a:pt x="182" y="532"/>
                  </a:lnTo>
                  <a:lnTo>
                    <a:pt x="197" y="509"/>
                  </a:lnTo>
                  <a:lnTo>
                    <a:pt x="214" y="486"/>
                  </a:lnTo>
                  <a:lnTo>
                    <a:pt x="229" y="464"/>
                  </a:lnTo>
                  <a:lnTo>
                    <a:pt x="247" y="442"/>
                  </a:lnTo>
                  <a:lnTo>
                    <a:pt x="264" y="420"/>
                  </a:lnTo>
                  <a:lnTo>
                    <a:pt x="299" y="378"/>
                  </a:lnTo>
                  <a:lnTo>
                    <a:pt x="338" y="338"/>
                  </a:lnTo>
                  <a:lnTo>
                    <a:pt x="379" y="299"/>
                  </a:lnTo>
                  <a:lnTo>
                    <a:pt x="421" y="263"/>
                  </a:lnTo>
                  <a:lnTo>
                    <a:pt x="442" y="245"/>
                  </a:lnTo>
                  <a:lnTo>
                    <a:pt x="464" y="229"/>
                  </a:lnTo>
                  <a:lnTo>
                    <a:pt x="486" y="212"/>
                  </a:lnTo>
                  <a:lnTo>
                    <a:pt x="509" y="197"/>
                  </a:lnTo>
                  <a:lnTo>
                    <a:pt x="532" y="182"/>
                  </a:lnTo>
                  <a:lnTo>
                    <a:pt x="556" y="167"/>
                  </a:lnTo>
                  <a:lnTo>
                    <a:pt x="579" y="153"/>
                  </a:lnTo>
                  <a:lnTo>
                    <a:pt x="605" y="139"/>
                  </a:lnTo>
                  <a:lnTo>
                    <a:pt x="629" y="125"/>
                  </a:lnTo>
                  <a:lnTo>
                    <a:pt x="654" y="113"/>
                  </a:lnTo>
                  <a:lnTo>
                    <a:pt x="680" y="101"/>
                  </a:lnTo>
                  <a:lnTo>
                    <a:pt x="705" y="90"/>
                  </a:lnTo>
                  <a:lnTo>
                    <a:pt x="731" y="80"/>
                  </a:lnTo>
                  <a:lnTo>
                    <a:pt x="758" y="69"/>
                  </a:lnTo>
                  <a:lnTo>
                    <a:pt x="784" y="60"/>
                  </a:lnTo>
                  <a:lnTo>
                    <a:pt x="811" y="52"/>
                  </a:lnTo>
                  <a:lnTo>
                    <a:pt x="838" y="44"/>
                  </a:lnTo>
                  <a:lnTo>
                    <a:pt x="866" y="36"/>
                  </a:lnTo>
                  <a:lnTo>
                    <a:pt x="893" y="29"/>
                  </a:lnTo>
                  <a:lnTo>
                    <a:pt x="922" y="23"/>
                  </a:lnTo>
                  <a:lnTo>
                    <a:pt x="950" y="17"/>
                  </a:lnTo>
                  <a:lnTo>
                    <a:pt x="978" y="13"/>
                  </a:lnTo>
                  <a:lnTo>
                    <a:pt x="1007" y="9"/>
                  </a:lnTo>
                  <a:lnTo>
                    <a:pt x="1036" y="5"/>
                  </a:lnTo>
                  <a:lnTo>
                    <a:pt x="1065" y="3"/>
                  </a:lnTo>
                  <a:lnTo>
                    <a:pt x="1095" y="1"/>
                  </a:lnTo>
                  <a:lnTo>
                    <a:pt x="1124" y="0"/>
                  </a:lnTo>
                  <a:lnTo>
                    <a:pt x="1154" y="0"/>
                  </a:lnTo>
                  <a:lnTo>
                    <a:pt x="8574" y="0"/>
                  </a:lnTo>
                  <a:lnTo>
                    <a:pt x="9233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/>
            </a:p>
          </p:txBody>
        </p:sp>
      </p:grpSp>
      <p:pic>
        <p:nvPicPr>
          <p:cNvPr id="3074" name="Picture 2" descr="Visual Studio Code Logo PNG Transparent &amp; SVG Vector - Freebie Supply">
            <a:extLst>
              <a:ext uri="{FF2B5EF4-FFF2-40B4-BE49-F238E27FC236}">
                <a16:creationId xmlns:a16="http://schemas.microsoft.com/office/drawing/2014/main" id="{C510A3C7-79C4-2198-6458-4068978956E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42357" y="1796539"/>
            <a:ext cx="878933" cy="8832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84674522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F2B74B-0116-079E-3D11-4E4C8FE092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19335E72-F10F-9FF6-FB3F-9E6597AA40DA}"/>
              </a:ext>
            </a:extLst>
          </p:cNvPr>
          <p:cNvSpPr/>
          <p:nvPr/>
        </p:nvSpPr>
        <p:spPr>
          <a:xfrm>
            <a:off x="742950" y="480864"/>
            <a:ext cx="10477500" cy="6400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37160" rIns="0" bIns="137160" rtlCol="0" anchor="ctr"/>
          <a:lstStyle/>
          <a:p>
            <a:r>
              <a:rPr lang="en-US" sz="3200" dirty="0">
                <a:solidFill>
                  <a:schemeClr val="tx1"/>
                </a:solidFill>
                <a:latin typeface="IntelOne Text Medium" panose="020B0703020203020204" pitchFamily="34" charset="0"/>
              </a:rPr>
              <a:t>Demo</a:t>
            </a: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73D3C636-93B6-7C47-69E1-B1CF6363804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7444" y="1339850"/>
            <a:ext cx="4583247" cy="47665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AC2CEE87-5DA8-1D55-7D3D-7D56AD1722E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85908" y="1339850"/>
            <a:ext cx="6246643" cy="4766576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3649549040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1190A-519E-804F-68BF-B790F8470B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Rectangle 10">
            <a:extLst>
              <a:ext uri="{FF2B5EF4-FFF2-40B4-BE49-F238E27FC236}">
                <a16:creationId xmlns:a16="http://schemas.microsoft.com/office/drawing/2014/main" id="{0F1C4B79-B16E-6E70-C6C0-EC43963D715B}"/>
              </a:ext>
            </a:extLst>
          </p:cNvPr>
          <p:cNvSpPr/>
          <p:nvPr/>
        </p:nvSpPr>
        <p:spPr>
          <a:xfrm>
            <a:off x="742950" y="480864"/>
            <a:ext cx="10477500" cy="64008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0" tIns="137160" rIns="0" bIns="137160" rtlCol="0" anchor="ctr"/>
          <a:lstStyle/>
          <a:p>
            <a:r>
              <a:rPr lang="en-US" sz="3200" dirty="0">
                <a:solidFill>
                  <a:schemeClr val="tx1"/>
                </a:solidFill>
                <a:latin typeface="IntelOne Text Medium" panose="020B0703020203020204" pitchFamily="34" charset="0"/>
              </a:rPr>
              <a:t>Demo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B610BB9E-921A-DC34-594A-8004838EBFD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150" y="1120944"/>
            <a:ext cx="7251700" cy="1683365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9C55190-B9F8-100A-94D6-C5E6CB05796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61885" y="3163146"/>
            <a:ext cx="5651915" cy="2985832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1804001996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5DEFD0-C5A6-491C-6889-5796434EE1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FA075BB-A5F8-56CD-BFED-043BF2DE30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087" y="2540000"/>
            <a:ext cx="11299826" cy="1582737"/>
          </a:xfrm>
        </p:spPr>
        <p:txBody>
          <a:bodyPr>
            <a:normAutofit fontScale="90000"/>
          </a:bodyPr>
          <a:lstStyle/>
          <a:p>
            <a:r>
              <a:rPr lang="en-US" sz="6700" b="1" dirty="0"/>
              <a:t>Q&amp;A</a:t>
            </a:r>
            <a:endParaRPr lang="en-US" sz="2400" dirty="0">
              <a:solidFill>
                <a:schemeClr val="accent2"/>
              </a:solidFill>
              <a:latin typeface="+mn-lt"/>
            </a:endParaRPr>
          </a:p>
        </p:txBody>
      </p:sp>
    </p:spTree>
    <p:extLst>
      <p:ext uri="{BB962C8B-B14F-4D97-AF65-F5344CB8AC3E}">
        <p14:creationId xmlns:p14="http://schemas.microsoft.com/office/powerpoint/2010/main" val="2610872535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FA058C-FC70-4F23-D4CC-AD24AF6627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A4943B-CC1E-2B85-0425-F4E7CABCAF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8174" y="1590067"/>
            <a:ext cx="10915652" cy="1362075"/>
          </a:xfrm>
        </p:spPr>
        <p:txBody>
          <a:bodyPr>
            <a:normAutofit fontScale="90000"/>
          </a:bodyPr>
          <a:lstStyle/>
          <a:p>
            <a:r>
              <a:rPr lang="en-US" dirty="0"/>
              <a:t>Hackathon 2026</a:t>
            </a:r>
            <a:br>
              <a:rPr lang="en-US" dirty="0"/>
            </a:br>
            <a:r>
              <a:rPr lang="en-US" sz="2400" dirty="0" err="1">
                <a:solidFill>
                  <a:schemeClr val="accent2"/>
                </a:solidFill>
                <a:latin typeface="+mn-lt"/>
              </a:rPr>
              <a:t>CodeGuard</a:t>
            </a:r>
            <a:r>
              <a:rPr lang="en-US" sz="2400" dirty="0">
                <a:solidFill>
                  <a:schemeClr val="accent2"/>
                </a:solidFill>
                <a:latin typeface="+mn-lt"/>
              </a:rPr>
              <a:t> AI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55EF27CD-6D42-6CB6-34E3-7D075FD7027B}"/>
              </a:ext>
            </a:extLst>
          </p:cNvPr>
          <p:cNvSpPr txBox="1"/>
          <p:nvPr/>
        </p:nvSpPr>
        <p:spPr>
          <a:xfrm>
            <a:off x="904875" y="3670300"/>
            <a:ext cx="10382250" cy="2313967"/>
          </a:xfrm>
          <a:prstGeom prst="rect">
            <a:avLst/>
          </a:prstGeom>
          <a:noFill/>
        </p:spPr>
        <p:txBody>
          <a:bodyPr wrap="square" lIns="137160" tIns="137160" rIns="137160" bIns="137160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en-US" dirty="0"/>
              <a:t>Aguilar Obando, Alvaro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Blandon, Enjells J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Orellana Pineda, Cesar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Oviedo, Nelson</a:t>
            </a:r>
          </a:p>
          <a:p>
            <a:pPr algn="ctr">
              <a:lnSpc>
                <a:spcPct val="150000"/>
              </a:lnSpc>
            </a:pPr>
            <a:r>
              <a:rPr lang="en-US" dirty="0"/>
              <a:t>Vargas Aguero, Esteban</a:t>
            </a:r>
          </a:p>
        </p:txBody>
      </p:sp>
    </p:spTree>
    <p:extLst>
      <p:ext uri="{BB962C8B-B14F-4D97-AF65-F5344CB8AC3E}">
        <p14:creationId xmlns:p14="http://schemas.microsoft.com/office/powerpoint/2010/main" val="219531077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 p14:dur="700">
        <p:fade/>
      </p:transition>
    </mc:Choice>
    <mc:Fallback xmlns="">
      <p:transition spd="med">
        <p:fade/>
      </p:transition>
    </mc:Fallback>
  </mc:AlternateContent>
</p:sld>
</file>

<file path=ppt/theme/theme1.xml><?xml version="1.0" encoding="utf-8"?>
<a:theme xmlns:a="http://schemas.openxmlformats.org/drawingml/2006/main" name="Intel Focal Spark Dark">
  <a:themeElements>
    <a:clrScheme name="Custom 8">
      <a:dk1>
        <a:srgbClr val="000000"/>
      </a:dk1>
      <a:lt1>
        <a:srgbClr val="FFFFFF"/>
      </a:lt1>
      <a:dk2>
        <a:srgbClr val="030F26"/>
      </a:dk2>
      <a:lt2>
        <a:srgbClr val="FFFFFF"/>
      </a:lt2>
      <a:accent1>
        <a:srgbClr val="0046C8"/>
      </a:accent1>
      <a:accent2>
        <a:srgbClr val="00C7FD"/>
      </a:accent2>
      <a:accent3>
        <a:srgbClr val="FFE500"/>
      </a:accent3>
      <a:accent4>
        <a:srgbClr val="FE8022"/>
      </a:accent4>
      <a:accent5>
        <a:srgbClr val="A923F1"/>
      </a:accent5>
      <a:accent6>
        <a:srgbClr val="9FD541"/>
      </a:accent6>
      <a:hlink>
        <a:srgbClr val="00C7FD"/>
      </a:hlink>
      <a:folHlink>
        <a:srgbClr val="0046C8"/>
      </a:folHlink>
    </a:clrScheme>
    <a:fontScheme name="Intel">
      <a:majorFont>
        <a:latin typeface="IntelOne Display Light"/>
        <a:ea typeface="Helvetica Neue"/>
        <a:cs typeface="Helvetica Neue"/>
      </a:majorFont>
      <a:minorFont>
        <a:latin typeface="IntelOne Text"/>
        <a:ea typeface="Helvetica Neue"/>
        <a:cs typeface="Helvetica Neue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ln>
          <a:noFill/>
        </a:ln>
      </a:spPr>
      <a:bodyPr lIns="137160" tIns="137160" rIns="137160" bIns="137160" rtlCol="0" anchor="ctr"/>
      <a:lstStyle>
        <a:defPPr algn="ctr">
          <a:defRPr dirty="0" smtClean="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bg2"/>
          </a:solidFill>
          <a:headEnd type="none" w="med" len="med"/>
          <a:tailEnd type="none" w="med" len="med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none" lIns="137160" tIns="137160" rIns="137160" bIns="137160" rtlCol="0">
        <a:spAutoFit/>
      </a:bodyPr>
      <a:lstStyle>
        <a:defPPr algn="l">
          <a:defRPr dirty="0" err="1" smtClean="0">
            <a:solidFill>
              <a:schemeClr val="bg1"/>
            </a:solidFill>
          </a:defRPr>
        </a:defPPr>
      </a:lstStyle>
    </a:txDef>
  </a:objectDefaults>
  <a:extraClrSchemeLst/>
  <a:custClrLst>
    <a:custClr name="Classic Tint 2">
      <a:srgbClr val="6CC4F5"/>
    </a:custClr>
    <a:custClr name="Energy Tint 2">
      <a:srgbClr val="A0EBFF"/>
    </a:custClr>
    <a:custClr name="Geode Tint 2">
      <a:srgbClr val="EEC3F7"/>
    </a:custClr>
    <a:custClr name="Moss Tint 2">
      <a:srgbClr val="D7F3A2"/>
    </a:custClr>
    <a:custClr name="Rust Tint 2">
      <a:srgbClr val="FFC599"/>
    </a:custClr>
    <a:custClr name="Cobalt Tint 2">
      <a:srgbClr val="98A1FF"/>
    </a:custClr>
    <a:custClr name="Electric Cobalt">
      <a:srgbClr val="1E1EFF"/>
    </a:custClr>
    <a:custClr name="Electric Coral">
      <a:srgbClr val="FE5A80"/>
    </a:custClr>
    <a:custClr name="Electric Aqua">
      <a:srgbClr val="16CFB1"/>
    </a:custClr>
    <a:custClr name="Electric Cosmos">
      <a:srgbClr val="7000FF"/>
    </a:custClr>
    <a:custClr name="Classic Tint 1">
      <a:srgbClr val="0099EC"/>
    </a:custClr>
    <a:custClr name="Energy Tint 1">
      <a:srgbClr val="6DDCFF"/>
    </a:custClr>
    <a:custClr name="Geode Tint 1">
      <a:srgbClr val="CC94DA"/>
    </a:custClr>
    <a:custClr name="Moss Tint 1">
      <a:srgbClr val="B1D272"/>
    </a:custClr>
    <a:custClr name="Rust Tint 1">
      <a:srgbClr val="FF8F51"/>
    </a:custClr>
    <a:custClr name="Cobalt Tint 1">
      <a:srgbClr val="5B69FF"/>
    </a:custClr>
    <a:custClr name="Daisy Tint 1">
      <a:srgbClr val="FFE17A"/>
    </a:custClr>
    <a:custClr name="Coral Tint 2">
      <a:srgbClr val="FFB6B9"/>
    </a:custClr>
    <a:custClr name="Aqua Tint 2">
      <a:srgbClr val="A2F6E8"/>
    </a:custClr>
    <a:custClr name="Cosmos Tint 2">
      <a:srgbClr val="AF98FF"/>
    </a:custClr>
    <a:custClr name="Classic">
      <a:srgbClr val="0054AE"/>
    </a:custClr>
    <a:custClr name="Energy">
      <a:srgbClr val="00C7FD"/>
    </a:custClr>
    <a:custClr name="Geode">
      <a:srgbClr val="8F5DA2"/>
    </a:custClr>
    <a:custClr name="Moss">
      <a:srgbClr val="8BAE46"/>
    </a:custClr>
    <a:custClr name="Rust">
      <a:srgbClr val="E96115"/>
    </a:custClr>
    <a:custClr name="Cobalt">
      <a:srgbClr val="1E2EB8"/>
    </a:custClr>
    <a:custClr name="Daisy">
      <a:srgbClr val="FEC91B"/>
    </a:custClr>
    <a:custClr name="Coral Tint 1">
      <a:srgbClr val="FF848A"/>
    </a:custClr>
    <a:custClr name="Aqua Tint 1">
      <a:srgbClr val="5BE3CD"/>
    </a:custClr>
    <a:custClr name="Cosmos Tint 1">
      <a:srgbClr val="8B50FF"/>
    </a:custClr>
    <a:custClr name="Classic Shade 1">
      <a:srgbClr val="00377C"/>
    </a:custClr>
    <a:custClr name="Energy Shade 1">
      <a:srgbClr val="15BCEF"/>
    </a:custClr>
    <a:custClr name="Geode Shade 1">
      <a:srgbClr val="653171"/>
    </a:custClr>
    <a:custClr name="Moss Shade 1">
      <a:srgbClr val="708541"/>
    </a:custClr>
    <a:custClr name="Rust Shade 1">
      <a:srgbClr val="B24501"/>
    </a:custClr>
    <a:custClr name="Cobalt Shade 1">
      <a:srgbClr val="000F8A"/>
    </a:custClr>
    <a:custClr name="Daisy Shade 1">
      <a:srgbClr val="EDB200"/>
    </a:custClr>
    <a:custClr name="Coral">
      <a:srgbClr val="FF5662"/>
    </a:custClr>
    <a:custClr name="Aqua Shade 1">
      <a:srgbClr val="0F9B8F"/>
    </a:custClr>
    <a:custClr name="Cosmos Shade 1">
      <a:srgbClr val="5400C0"/>
    </a:custClr>
    <a:custClr name="Classic Shade 2">
      <a:srgbClr val="001E50"/>
    </a:custClr>
    <a:custClr name="Energy Shade 2">
      <a:srgbClr val="0095CA"/>
    </a:custClr>
    <a:custClr name="Energy Shade 3">
      <a:srgbClr val="005B85"/>
    </a:custClr>
    <a:custClr name="Moss Shade 2">
      <a:srgbClr val="515A3D"/>
    </a:custClr>
    <a:custClr name="Cobalt Shade 3">
      <a:srgbClr val="040E35"/>
    </a:custClr>
    <a:custClr name="Cobalt Shade 2">
      <a:srgbClr val="000864"/>
    </a:custClr>
    <a:custClr name="Daisy Shade 2">
      <a:srgbClr val="C98F00"/>
    </a:custClr>
    <a:custClr name="Coral Shade 1">
      <a:srgbClr val="C81326"/>
    </a:custClr>
    <a:custClr name="Aqua Shade 2">
      <a:srgbClr val="08746E"/>
    </a:custClr>
    <a:custClr name="Cosmos Shade 2">
      <a:srgbClr val="38007F"/>
    </a:custClr>
  </a:custClrLst>
  <a:extLst>
    <a:ext uri="{05A4C25C-085E-4340-85A3-A5531E510DB2}">
      <thm15:themeFamily xmlns:thm15="http://schemas.microsoft.com/office/thememl/2012/main" name="brand focal spark template dark FINAL.pptx" id="{2C0DBC88-2EF9-4BA2-A5A8-37A916BC313A}" vid="{E13DFEAF-E6D5-4CF7-AEB8-57448D706A86}"/>
    </a:ext>
  </a:extLst>
</a:theme>
</file>

<file path=ppt/theme/theme2.xml><?xml version="1.0" encoding="utf-8"?>
<a:theme xmlns:a="http://schemas.openxmlformats.org/drawingml/2006/main" name="Office Theme">
  <a:themeElements>
    <a:clrScheme name="Intel2020">
      <a:dk1>
        <a:srgbClr val="525252"/>
      </a:dk1>
      <a:lt1>
        <a:srgbClr val="FFFFFF"/>
      </a:lt1>
      <a:dk2>
        <a:srgbClr val="004A86"/>
      </a:dk2>
      <a:lt2>
        <a:srgbClr val="FFFFFF"/>
      </a:lt2>
      <a:accent1>
        <a:srgbClr val="0068B5"/>
      </a:accent1>
      <a:accent2>
        <a:srgbClr val="00C7FD"/>
      </a:accent2>
      <a:accent3>
        <a:srgbClr val="FEC91B"/>
      </a:accent3>
      <a:accent4>
        <a:srgbClr val="E96115"/>
      </a:accent4>
      <a:accent5>
        <a:srgbClr val="8F5DA2"/>
      </a:accent5>
      <a:accent6>
        <a:srgbClr val="8BAE46"/>
      </a:accent6>
      <a:hlink>
        <a:srgbClr val="00C7FD"/>
      </a:hlink>
      <a:folHlink>
        <a:srgbClr val="0068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Intel2020">
      <a:dk1>
        <a:srgbClr val="525252"/>
      </a:dk1>
      <a:lt1>
        <a:srgbClr val="FFFFFF"/>
      </a:lt1>
      <a:dk2>
        <a:srgbClr val="004A86"/>
      </a:dk2>
      <a:lt2>
        <a:srgbClr val="FFFFFF"/>
      </a:lt2>
      <a:accent1>
        <a:srgbClr val="0068B5"/>
      </a:accent1>
      <a:accent2>
        <a:srgbClr val="00C7FD"/>
      </a:accent2>
      <a:accent3>
        <a:srgbClr val="FEC91B"/>
      </a:accent3>
      <a:accent4>
        <a:srgbClr val="E96115"/>
      </a:accent4>
      <a:accent5>
        <a:srgbClr val="8F5DA2"/>
      </a:accent5>
      <a:accent6>
        <a:srgbClr val="8BAE46"/>
      </a:accent6>
      <a:hlink>
        <a:srgbClr val="00C7FD"/>
      </a:hlink>
      <a:folHlink>
        <a:srgbClr val="0068B5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C5967B1E29274CA6A143F9D247F5D2" ma:contentTypeVersion="8" ma:contentTypeDescription="Create a new document." ma:contentTypeScope="" ma:versionID="185d67b313ead5f4f1011e7a9c32d774">
  <xsd:schema xmlns:xsd="http://www.w3.org/2001/XMLSchema" xmlns:xs="http://www.w3.org/2001/XMLSchema" xmlns:p="http://schemas.microsoft.com/office/2006/metadata/properties" xmlns:ns2="9d0ad4f0-f6c6-4618-80e3-c8c887f74e95" targetNamespace="http://schemas.microsoft.com/office/2006/metadata/properties" ma:root="true" ma:fieldsID="800355c0bc707dcd0185d1e6e6cf06c6" ns2:_="">
    <xsd:import namespace="9d0ad4f0-f6c6-4618-80e3-c8c887f74e9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AutoTags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d0ad4f0-f6c6-4618-80e3-c8c887f74e95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Tags" ma:index="10" nillable="true" ma:displayName="Tags" ma:internalName="MediaServiceAutoTags" ma:readOnly="true">
      <xsd:simpleType>
        <xsd:restriction base="dms:Text"/>
      </xsd:simpleType>
    </xsd:element>
    <xsd:element name="MediaServiceOCR" ma:index="1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ObjectDetectorVersions" ma:index="14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0D2C3A3C-576F-4FC6-816E-4EF5F321DBE0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2B87B9AE-D33C-468F-9E6B-281C9FE82DF0}">
  <ds:schemaRefs>
    <ds:schemaRef ds:uri="b5d36eb9-6d3d-4cec-9e8c-139fd2c30991"/>
    <ds:schemaRef ds:uri="http://purl.org/dc/dcmitype/"/>
    <ds:schemaRef ds:uri="http://schemas.microsoft.com/office/2006/metadata/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www.w3.org/XML/1998/namespace"/>
    <ds:schemaRef ds:uri="http://purl.org/dc/elements/1.1/"/>
    <ds:schemaRef ds:uri="http://schemas.openxmlformats.org/package/2006/metadata/core-properties"/>
    <ds:schemaRef ds:uri="dc016a8d-7ad2-4c47-bf29-a89efdf2699c"/>
  </ds:schemaRefs>
</ds:datastoreItem>
</file>

<file path=customXml/itemProps3.xml><?xml version="1.0" encoding="utf-8"?>
<ds:datastoreItem xmlns:ds="http://schemas.openxmlformats.org/officeDocument/2006/customXml" ds:itemID="{CA618323-2C1A-41E7-84EE-172D6F4AB35F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9d0ad4f0-f6c6-4618-80e3-c8c887f74e9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46c98d88-e344-4ed4-8496-4ed7712e255d}" enabled="0" method="" siteId="{46c98d88-e344-4ed4-8496-4ed7712e255d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Intel Brand Focal Spark Dark</Template>
  <TotalTime>148</TotalTime>
  <Words>186</Words>
  <Application>Microsoft Office PowerPoint</Application>
  <PresentationFormat>Widescreen</PresentationFormat>
  <Paragraphs>34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IntelOne Display Regular</vt:lpstr>
      <vt:lpstr>Nunito Sans Light</vt:lpstr>
      <vt:lpstr>Calibri</vt:lpstr>
      <vt:lpstr>IntelOne Text Medium</vt:lpstr>
      <vt:lpstr>IntelOne Text</vt:lpstr>
      <vt:lpstr>Wingdings</vt:lpstr>
      <vt:lpstr>IntelOne Display Light</vt:lpstr>
      <vt:lpstr>Arial</vt:lpstr>
      <vt:lpstr>IntelOne Headline Bold Italic</vt:lpstr>
      <vt:lpstr>Intel Focal Spark Dark</vt:lpstr>
      <vt:lpstr>Hackathon 2026 CodeGuard AI</vt:lpstr>
      <vt:lpstr>Git-Aware AI Test Generation AI that reads your changes, then writes, runs, and reports the tests for you</vt:lpstr>
      <vt:lpstr>Test cases problems</vt:lpstr>
      <vt:lpstr>Git-Aware AI Test Generation</vt:lpstr>
      <vt:lpstr>PowerPoint Presentation</vt:lpstr>
      <vt:lpstr>PowerPoint Presentation</vt:lpstr>
      <vt:lpstr>PowerPoint Presentation</vt:lpstr>
      <vt:lpstr>PowerPoint Presentation</vt:lpstr>
      <vt:lpstr>Q&amp;A</vt:lpstr>
      <vt:lpstr>Hackathon 2026 CodeGuard AI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Vargas Aguero, Esteban</dc:creator>
  <cp:lastModifiedBy>Vargas Aguero, Esteban</cp:lastModifiedBy>
  <cp:revision>19</cp:revision>
  <dcterms:created xsi:type="dcterms:W3CDTF">2026-05-28T20:51:20Z</dcterms:created>
  <dcterms:modified xsi:type="dcterms:W3CDTF">2026-05-29T01:00:33Z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0x01010079C5967B1E29274CA6A143F9D247F5D2</vt:lpwstr>
  </property>
  <property fmtid="{D5CDD505-2E9C-101B-9397-08002B2CF9AE}" pid="3" name="MediaServiceImageTags">
    <vt:lpwstr/>
  </property>
</Properties>
</file>