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</p:sldMasterIdLst>
  <p:notesMasterIdLst>
    <p:notesMasterId r:id="rId14"/>
  </p:notesMasterIdLst>
  <p:handoutMasterIdLst>
    <p:handoutMasterId r:id="rId15"/>
  </p:handoutMasterIdLst>
  <p:sldIdLst>
    <p:sldId id="259" r:id="rId5"/>
    <p:sldId id="2134806128" r:id="rId6"/>
    <p:sldId id="2134806131" r:id="rId7"/>
    <p:sldId id="425" r:id="rId8"/>
    <p:sldId id="2134806132" r:id="rId9"/>
    <p:sldId id="2134806133" r:id="rId10"/>
    <p:sldId id="2134806134" r:id="rId11"/>
    <p:sldId id="2134806135" r:id="rId12"/>
    <p:sldId id="2134806136" r:id="rId13"/>
  </p:sldIdLst>
  <p:sldSz cx="12192000" cy="6858000"/>
  <p:notesSz cx="6858000" cy="9144000"/>
  <p:embeddedFontLst>
    <p:embeddedFont>
      <p:font typeface="IntelOne Display Regular" panose="020B0604020202020204" charset="0"/>
      <p:regular r:id="rId16"/>
    </p:embeddedFont>
    <p:embeddedFont>
      <p:font typeface="IntelOne Text" panose="020B0604020202020204" charset="0"/>
      <p:regular r:id="rId17"/>
      <p:italic r:id="rId18"/>
    </p:embeddedFont>
    <p:embeddedFont>
      <p:font typeface="IntelOne Text Medium" panose="020B0604020202020204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ADD3889-660F-4E62-A389-FA0BAC365C70}">
          <p14:sldIdLst>
            <p14:sldId id="259"/>
            <p14:sldId id="2134806128"/>
            <p14:sldId id="2134806131"/>
          </p14:sldIdLst>
        </p14:section>
        <p14:section name="about this template" id="{883BA7FD-6A7C-4478-A3A3-75E8126EBDD6}">
          <p14:sldIdLst>
            <p14:sldId id="425"/>
            <p14:sldId id="2134806132"/>
            <p14:sldId id="2134806133"/>
            <p14:sldId id="2134806134"/>
            <p14:sldId id="2134806135"/>
            <p14:sldId id="2134806136"/>
          </p14:sldIdLst>
        </p14:section>
        <p14:section name="title and divider slides" id="{5A3484C2-B71C-4F71-A96E-872377300921}">
          <p14:sldIdLst/>
        </p14:section>
        <p14:section name="agenda and team card slides" id="{3BD5C20A-E5F9-4110-A566-7854997D728C}">
          <p14:sldIdLst/>
        </p14:section>
        <p14:section name="basic layouts" id="{F357726A-F941-40C7-9516-A3C596D612C8}">
          <p14:sldIdLst/>
        </p14:section>
        <p14:section name="end slide" id="{BAE457C2-7BE8-48CA-9685-D175E8858A7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8FAD"/>
    <a:srgbClr val="000000"/>
    <a:srgbClr val="FFFFFF"/>
    <a:srgbClr val="B9D6E5"/>
    <a:srgbClr val="86B3CA"/>
    <a:srgbClr val="41728A"/>
    <a:srgbClr val="183544"/>
    <a:srgbClr val="AEAEAE"/>
    <a:srgbClr val="808080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439F50-7BB4-B88E-CA8C-DB2B3C80ED4F}" v="1" dt="2026-05-29T17:05:48.754"/>
    <p1510:client id="{78F40903-B96E-699B-EA11-FA43EDA3E052}" v="22" dt="2026-05-29T17:01:26.012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ellana Pineda, Cesar" userId="S::cesar.orellana.pineda@intel.com::213ab341-4f0b-4a08-8a83-1c276148c796" providerId="AD" clId="Web-{38439F50-7BB4-B88E-CA8C-DB2B3C80ED4F}"/>
    <pc:docChg chg="delSld modSection">
      <pc:chgData name="Orellana Pineda, Cesar" userId="S::cesar.orellana.pineda@intel.com::213ab341-4f0b-4a08-8a83-1c276148c796" providerId="AD" clId="Web-{38439F50-7BB4-B88E-CA8C-DB2B3C80ED4F}" dt="2026-05-29T17:05:48.754" v="0"/>
      <pc:docMkLst>
        <pc:docMk/>
      </pc:docMkLst>
      <pc:sldChg chg="del">
        <pc:chgData name="Orellana Pineda, Cesar" userId="S::cesar.orellana.pineda@intel.com::213ab341-4f0b-4a08-8a83-1c276148c796" providerId="AD" clId="Web-{38439F50-7BB4-B88E-CA8C-DB2B3C80ED4F}" dt="2026-05-29T17:05:48.754" v="0"/>
        <pc:sldMkLst>
          <pc:docMk/>
          <pc:sldMk cId="1269518384" sldId="2134806130"/>
        </pc:sldMkLst>
      </pc:sldChg>
    </pc:docChg>
  </pc:docChgLst>
  <pc:docChgLst>
    <pc:chgData name="Aguilar Obando, Alvaro" userId="S::alvaro.aguilar.obando@intel.com::3ec31b6e-a16a-43e7-b69b-0a15775df305" providerId="AD" clId="Web-{78F40903-B96E-699B-EA11-FA43EDA3E052}"/>
    <pc:docChg chg="addSld delSld modSld modSection">
      <pc:chgData name="Aguilar Obando, Alvaro" userId="S::alvaro.aguilar.obando@intel.com::3ec31b6e-a16a-43e7-b69b-0a15775df305" providerId="AD" clId="Web-{78F40903-B96E-699B-EA11-FA43EDA3E052}" dt="2026-05-29T17:01:26.012" v="19"/>
      <pc:docMkLst>
        <pc:docMk/>
      </pc:docMkLst>
      <pc:sldChg chg="addSp delSp modSp new del">
        <pc:chgData name="Aguilar Obando, Alvaro" userId="S::alvaro.aguilar.obando@intel.com::3ec31b6e-a16a-43e7-b69b-0a15775df305" providerId="AD" clId="Web-{78F40903-B96E-699B-EA11-FA43EDA3E052}" dt="2026-05-29T16:59:53.586" v="17"/>
        <pc:sldMkLst>
          <pc:docMk/>
          <pc:sldMk cId="86362604" sldId="2134806137"/>
        </pc:sldMkLst>
        <pc:spChg chg="mod">
          <ac:chgData name="Aguilar Obando, Alvaro" userId="S::alvaro.aguilar.obando@intel.com::3ec31b6e-a16a-43e7-b69b-0a15775df305" providerId="AD" clId="Web-{78F40903-B96E-699B-EA11-FA43EDA3E052}" dt="2026-05-29T16:57:49.519" v="2" actId="20577"/>
          <ac:spMkLst>
            <pc:docMk/>
            <pc:sldMk cId="86362604" sldId="2134806137"/>
            <ac:spMk id="2" creationId="{FC95CDB4-A370-7790-8BD7-1434105DE893}"/>
          </ac:spMkLst>
        </pc:spChg>
        <pc:spChg chg="add del mod">
          <ac:chgData name="Aguilar Obando, Alvaro" userId="S::alvaro.aguilar.obando@intel.com::3ec31b6e-a16a-43e7-b69b-0a15775df305" providerId="AD" clId="Web-{78F40903-B96E-699B-EA11-FA43EDA3E052}" dt="2026-05-29T16:58:55.959" v="16"/>
          <ac:spMkLst>
            <pc:docMk/>
            <pc:sldMk cId="86362604" sldId="2134806137"/>
            <ac:spMk id="3" creationId="{13FDD379-BEEF-19BA-119B-8C04EC3720B5}"/>
          </ac:spMkLst>
        </pc:spChg>
      </pc:sldChg>
      <pc:sldChg chg="add del replId">
        <pc:chgData name="Aguilar Obando, Alvaro" userId="S::alvaro.aguilar.obando@intel.com::3ec31b6e-a16a-43e7-b69b-0a15775df305" providerId="AD" clId="Web-{78F40903-B96E-699B-EA11-FA43EDA3E052}" dt="2026-05-29T17:01:26.012" v="19"/>
        <pc:sldMkLst>
          <pc:docMk/>
          <pc:sldMk cId="1050316699" sldId="213480613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211007-55DD-4953-AA4C-568C7B9607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567F65-DC68-4D72-B0D6-C6DEFAE5AD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4F017-A209-439E-A6E7-15E23391106E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66DC2-A8B8-4C33-A060-005B53726C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570C6-85C2-4AE0-96F9-E1FC620A57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D0A4D-AC6F-4705-8F3E-F6ED0C7AB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30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EC105-3E63-4709-9ECA-2EB22CB2AA3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92567-D7D7-4223-A842-9A06E6D4E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6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97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1524-0398-64CE-CEAC-C0D293C7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5CA4E9-29CE-F1A9-C28F-ACCEB8752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AE93A-1B8F-FA7F-94D9-68ED00844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16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74C4-543A-5360-4260-964AE0F8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56A48-8AB6-C79B-34B6-8FFE935A9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1A9B5-2E10-4D5C-BF12-A2DE79A47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29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F3F6-E135-8B06-4984-D41BD1286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11AE1-5B11-758E-5290-CCD939DCF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779DE-5862-A87A-D368-E3B2B5333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25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83B1-F046-04BF-C586-90F4CC551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A533F-A9EF-C9E1-F2A6-F6BDF8C4F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D15FC-A124-61F8-994C-0E6B44E30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58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ssic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6602" y="1645920"/>
            <a:ext cx="7771341" cy="55778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182" y="2289543"/>
            <a:ext cx="7772058" cy="2180857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6182" y="4562476"/>
            <a:ext cx="7772058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BA8537-5B13-56A1-8E35-A736FB5F959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014146" y="808673"/>
            <a:ext cx="1300784" cy="548640"/>
            <a:chOff x="1314450" y="6391094"/>
            <a:chExt cx="997266" cy="420623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EDEB41A-F436-0CF0-A9DA-D1E7A054E00A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2965EEB-0F8E-E5E6-6622-3820D7F5AFF8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9920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smos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6602" y="1645920"/>
            <a:ext cx="7771341" cy="55778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6182" y="2289543"/>
            <a:ext cx="7772058" cy="2180857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6182" y="4562476"/>
            <a:ext cx="7772058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185783-913C-6EFB-365E-71C85CC1535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014146" y="808673"/>
            <a:ext cx="1300784" cy="548640"/>
            <a:chOff x="1314450" y="6391094"/>
            <a:chExt cx="997266" cy="420623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2FB3587-DA78-68DF-8339-C7A8DE7D156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E945973-4C52-B7A5-4DC4-305789F3814A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562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itle slide +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4596" y="1544945"/>
            <a:ext cx="4816031" cy="55778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34175" y="2188568"/>
            <a:ext cx="4816475" cy="28393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4175" y="5119996"/>
            <a:ext cx="4816475" cy="1097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1BBB95-87C4-C043-F407-EABD3EB44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3DBF9E-D756-A91A-70C0-903463D24D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734597" y="628483"/>
            <a:ext cx="1083987" cy="457200"/>
            <a:chOff x="1314450" y="6391094"/>
            <a:chExt cx="997266" cy="420623"/>
          </a:xfrm>
          <a:solidFill>
            <a:srgbClr val="000000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01181DB-C5B8-9538-F8B2-9D0207AE1E80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lOne Tex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ED906A-9291-7A55-6172-2B8FF6DB5BFE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lOne Tex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347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itle slide +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4596" y="1544945"/>
            <a:ext cx="4816031" cy="55778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34175" y="2188568"/>
            <a:ext cx="4816475" cy="2839352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4175" y="5119996"/>
            <a:ext cx="4816475" cy="109728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A1BBB95-87C4-C043-F407-EABD3EB44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E1A916-98E7-5825-685E-CF2E8AA21BA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734597" y="628483"/>
            <a:ext cx="1083987" cy="457200"/>
            <a:chOff x="1314450" y="6391094"/>
            <a:chExt cx="997266" cy="420623"/>
          </a:xfrm>
          <a:solidFill>
            <a:srgbClr val="000000"/>
          </a:solidFill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3D77493-5918-CC97-311A-35B18B926372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lOne Tex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AE7B12-AF54-3306-F604-5A65D3009BB8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lOne Tex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914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62" y="1645920"/>
            <a:ext cx="5454589" cy="55778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908" y="2289543"/>
            <a:ext cx="5455092" cy="2180857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908" y="4562476"/>
            <a:ext cx="54550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D595EF-0D09-21B3-4647-7770950DCD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38175" y="628483"/>
            <a:ext cx="1083987" cy="457200"/>
            <a:chOff x="1314450" y="6391094"/>
            <a:chExt cx="997266" cy="420623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1F97E44-0959-59A7-8EC1-3FE033321D8B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16887E5-A389-6BD4-37DE-FCE15B243ED8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1238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5262-3F6E-4DC6-AA53-E30B25B158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62" y="1645920"/>
            <a:ext cx="5454589" cy="557784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6BC2F-544E-4727-A6CC-2BE3B3E01B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908" y="2289543"/>
            <a:ext cx="5455092" cy="2180857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0B31C-0AD0-4CC0-BF2B-DECE53E6665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908" y="4562476"/>
            <a:ext cx="5455092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D595EF-0D09-21B3-4647-7770950DCD8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38175" y="628483"/>
            <a:ext cx="1083987" cy="457200"/>
            <a:chOff x="1314450" y="6391094"/>
            <a:chExt cx="997266" cy="420623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1F97E44-0959-59A7-8EC1-3FE033321D8B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16887E5-A389-6BD4-37DE-FCE15B243ED8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6380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350963"/>
            <a:ext cx="10915650" cy="4156074"/>
          </a:xfrm>
        </p:spPr>
        <p:txBody>
          <a:bodyPr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15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Box 11" descr="page number">
            <a:extLst>
              <a:ext uri="{FF2B5EF4-FFF2-40B4-BE49-F238E27FC236}">
                <a16:creationId xmlns:a16="http://schemas.microsoft.com/office/drawing/2014/main" id="{C9A59EC6-63E2-31F0-3233-3944B6521AE3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2339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 descr="page number">
            <a:extLst>
              <a:ext uri="{FF2B5EF4-FFF2-40B4-BE49-F238E27FC236}">
                <a16:creationId xmlns:a16="http://schemas.microsoft.com/office/drawing/2014/main" id="{3C6E7BB7-A4EC-302D-F9E9-97F57C106AAF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350963"/>
            <a:ext cx="10915650" cy="4156074"/>
          </a:xfr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6667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4618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alt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350963"/>
            <a:ext cx="10915650" cy="4156074"/>
          </a:xfrm>
        </p:spPr>
        <p:txBody>
          <a:bodyPr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5" name="TextBox 14" descr="page number">
            <a:extLst>
              <a:ext uri="{FF2B5EF4-FFF2-40B4-BE49-F238E27FC236}">
                <a16:creationId xmlns:a16="http://schemas.microsoft.com/office/drawing/2014/main" id="{B1CE7046-F203-FD3E-E55F-DEFED53A1D2F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15437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divide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536064"/>
            <a:ext cx="9649333" cy="21945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2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C07AD4D-F3EE-3504-3D1B-22AD054EA1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839" y="4105910"/>
            <a:ext cx="9649333" cy="174539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9" name="TextBox 18" descr="page number">
            <a:extLst>
              <a:ext uri="{FF2B5EF4-FFF2-40B4-BE49-F238E27FC236}">
                <a16:creationId xmlns:a16="http://schemas.microsoft.com/office/drawing/2014/main" id="{A4AAC46C-DD08-9CA7-CD36-B8B043FF127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2690024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divide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536064"/>
            <a:ext cx="9649333" cy="21945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2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C07AD4D-F3EE-3504-3D1B-22AD054EA1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839" y="4105910"/>
            <a:ext cx="9649333" cy="174539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2" name="TextBox 11" descr="page number">
            <a:extLst>
              <a:ext uri="{FF2B5EF4-FFF2-40B4-BE49-F238E27FC236}">
                <a16:creationId xmlns:a16="http://schemas.microsoft.com/office/drawing/2014/main" id="{F6BF4685-1971-D731-1C71-1509BDAD6A5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37238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alt divide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5840" y="1536064"/>
            <a:ext cx="9649333" cy="21945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2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C07AD4D-F3EE-3504-3D1B-22AD054EA1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839" y="4105910"/>
            <a:ext cx="9649333" cy="174539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13" name="TextBox 12" descr="page number">
            <a:extLst>
              <a:ext uri="{FF2B5EF4-FFF2-40B4-BE49-F238E27FC236}">
                <a16:creationId xmlns:a16="http://schemas.microsoft.com/office/drawing/2014/main" id="{D40B5579-DF99-8775-3658-757528B79792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565103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focal spark divi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1F3F0E04-886F-945D-0684-21B91B82510B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2697480"/>
            <a:ext cx="10915650" cy="14630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5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2" name="TextBox 11" descr="page number">
            <a:extLst>
              <a:ext uri="{FF2B5EF4-FFF2-40B4-BE49-F238E27FC236}">
                <a16:creationId xmlns:a16="http://schemas.microsoft.com/office/drawing/2014/main" id="{C9A59EC6-63E2-31F0-3233-3944B6521AE3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CB9EA2-F0ED-18AC-2FC0-128E37473959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9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focal spark divi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2BD4F46-F97C-786E-65F2-3893CEC437F3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31" name="TextBox 30" descr="page number">
            <a:extLst>
              <a:ext uri="{FF2B5EF4-FFF2-40B4-BE49-F238E27FC236}">
                <a16:creationId xmlns:a16="http://schemas.microsoft.com/office/drawing/2014/main" id="{CC8D8D14-18A8-6CC4-3477-039421C6DB1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3377" y="1965960"/>
            <a:ext cx="9725246" cy="1463040"/>
          </a:xfr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3377" y="3429000"/>
            <a:ext cx="9725246" cy="14630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FAA074-6278-9939-2E18-AA9931AF3B62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focal spark divid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73BF6D5B-D524-4104-BD51-33EBFC685B85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3" name="TextBox 22" descr="page number">
            <a:extLst>
              <a:ext uri="{FF2B5EF4-FFF2-40B4-BE49-F238E27FC236}">
                <a16:creationId xmlns:a16="http://schemas.microsoft.com/office/drawing/2014/main" id="{5EF8DDBE-D32F-6C72-4BC2-81C693E88BB0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D8C02C-EE04-4B74-0BCE-638A1FECF2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3377" y="1775197"/>
            <a:ext cx="9725246" cy="10058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72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C2966BA-5314-4E1C-880B-D9CE13E683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3377" y="2907080"/>
            <a:ext cx="9725246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1EEE740-87FB-D8E4-1C82-1181548A0A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3377" y="4038963"/>
            <a:ext cx="9725246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0D3F7E-6EB7-6C4F-247A-BCB7F8D236B4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66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focal spark divi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5B8899B-0F2A-8B3A-A9D7-8C48061B1470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8" name="TextBox 7" descr="page number">
            <a:extLst>
              <a:ext uri="{FF2B5EF4-FFF2-40B4-BE49-F238E27FC236}">
                <a16:creationId xmlns:a16="http://schemas.microsoft.com/office/drawing/2014/main" id="{3C6E7BB7-A4EC-302D-F9E9-97F57C106AAF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2697480"/>
            <a:ext cx="10915650" cy="1463040"/>
          </a:xfr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6667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EB29C-66A3-9A54-993D-56FAF326FB64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35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focal spark divi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4D99C21C-A73B-2ADE-7988-6E90525C9909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6" name="TextBox 15" descr="page number">
            <a:extLst>
              <a:ext uri="{FF2B5EF4-FFF2-40B4-BE49-F238E27FC236}">
                <a16:creationId xmlns:a16="http://schemas.microsoft.com/office/drawing/2014/main" id="{D20B90DB-E7E7-10B7-780D-CBE99DDF8427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3377" y="1965960"/>
            <a:ext cx="9725246" cy="1463040"/>
          </a:xfr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3377" y="3429000"/>
            <a:ext cx="9725246" cy="14630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2B165-CF41-DF64-DAAC-4C82189A8E81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07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focal spark divid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0D3BDF6C-94D6-E441-192D-2E83F75773BB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9" name="TextBox 8" descr="page number">
            <a:extLst>
              <a:ext uri="{FF2B5EF4-FFF2-40B4-BE49-F238E27FC236}">
                <a16:creationId xmlns:a16="http://schemas.microsoft.com/office/drawing/2014/main" id="{7F41F788-2185-289E-0AB0-7D79295F4440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3377" y="1781390"/>
            <a:ext cx="9725246" cy="10058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72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3377" y="2913273"/>
            <a:ext cx="9725246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B0A12F-3947-3E2C-B803-18473A3923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3377" y="4045156"/>
            <a:ext cx="9725246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F5AEF-D996-4E1D-51D6-9D9877D8F0BC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80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alt focal spark divid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F23530C-BA85-15D9-B5DB-65BF8358AE2C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2697480"/>
            <a:ext cx="10915650" cy="14630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15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15" name="TextBox 14" descr="page number">
            <a:extLst>
              <a:ext uri="{FF2B5EF4-FFF2-40B4-BE49-F238E27FC236}">
                <a16:creationId xmlns:a16="http://schemas.microsoft.com/office/drawing/2014/main" id="{B1CE7046-F203-FD3E-E55F-DEFED53A1D2F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8B4780-A15B-4B16-EE27-2792D880223E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05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alt focal spark divi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1752BBED-C098-1602-75CD-A2E534B7AC0D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7" name="TextBox 16" descr="page number">
            <a:extLst>
              <a:ext uri="{FF2B5EF4-FFF2-40B4-BE49-F238E27FC236}">
                <a16:creationId xmlns:a16="http://schemas.microsoft.com/office/drawing/2014/main" id="{CF11DE16-B633-69D6-9AEC-810ADF55281C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3377" y="1965960"/>
            <a:ext cx="9725246" cy="14630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15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F8A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3377" y="3429000"/>
            <a:ext cx="9725246" cy="14630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15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F8A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95562-B6E2-AD59-B2B7-D299B74A8C16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3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alt focal spark divid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9FAB51C-A32E-82E0-6267-5AF04C88C3E4}"/>
              </a:ext>
            </a:extLst>
          </p:cNvPr>
          <p:cNvSpPr/>
          <p:nvPr userDrawn="1"/>
        </p:nvSpPr>
        <p:spPr>
          <a:xfrm>
            <a:off x="3915834" y="1244600"/>
            <a:ext cx="4360333" cy="436880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8" name="TextBox 17" descr="page number">
            <a:extLst>
              <a:ext uri="{FF2B5EF4-FFF2-40B4-BE49-F238E27FC236}">
                <a16:creationId xmlns:a16="http://schemas.microsoft.com/office/drawing/2014/main" id="{AC050DF3-5415-F981-9590-DE1D359AAAEC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8C51-69D0-4653-9DD4-C9657C856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3377" y="1794197"/>
            <a:ext cx="9725246" cy="1005840"/>
          </a:xfr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B5C-DC90-4F60-9A7A-08826CF808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3377" y="2926080"/>
            <a:ext cx="9725246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B0A12F-3947-3E2C-B803-18473A3923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3377" y="4057963"/>
            <a:ext cx="9725246" cy="10058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b="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IntelOne Display Regular" panose="020B0503020203020204" pitchFamily="34" charset="0"/>
              <a:buNone/>
            </a:pPr>
            <a:r>
              <a:rPr lang="en-US"/>
              <a:t>Click to edit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B6255D-1C9C-5380-0850-F91F33088F22}"/>
              </a:ext>
            </a:extLst>
          </p:cNvPr>
          <p:cNvSpPr/>
          <p:nvPr userDrawn="1"/>
        </p:nvSpPr>
        <p:spPr>
          <a:xfrm>
            <a:off x="8276167" y="106045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49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eam x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87B5E12E-F349-35A5-FC2D-C6C282260DBB}"/>
              </a:ext>
            </a:extLst>
          </p:cNvPr>
          <p:cNvSpPr/>
          <p:nvPr userDrawn="1"/>
        </p:nvSpPr>
        <p:spPr>
          <a:xfrm>
            <a:off x="2768601" y="1771650"/>
            <a:ext cx="6654798" cy="3325283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44368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44368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867F8F0-3FE9-50F4-0741-D28BA02978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0404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/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A05C3527-18B9-A2C7-67A0-021F16B3E5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0404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706770EF-47F4-5D54-D35D-68F717D9AA6B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D2F37-2A17-61AD-076A-9A0FA5C9B06D}"/>
              </a:ext>
            </a:extLst>
          </p:cNvPr>
          <p:cNvSpPr/>
          <p:nvPr userDrawn="1"/>
        </p:nvSpPr>
        <p:spPr>
          <a:xfrm>
            <a:off x="2584451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981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eam x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6605B5E2-2B1D-E1B6-B5F4-DF45CDA6843F}"/>
              </a:ext>
            </a:extLst>
          </p:cNvPr>
          <p:cNvSpPr/>
          <p:nvPr userDrawn="1"/>
        </p:nvSpPr>
        <p:spPr>
          <a:xfrm>
            <a:off x="1100668" y="1771650"/>
            <a:ext cx="9990664" cy="3325283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3" name="TextBox 12" descr="page number">
            <a:extLst>
              <a:ext uri="{FF2B5EF4-FFF2-40B4-BE49-F238E27FC236}">
                <a16:creationId xmlns:a16="http://schemas.microsoft.com/office/drawing/2014/main" id="{1DE0E6A5-C255-CB6E-91EB-27BCA82BCF94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7112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7112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867F8F0-3FE9-50F4-0741-D28BA02978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1624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A05C3527-18B9-A2C7-67A0-021F16B3E5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1624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780E568E-0908-ABC5-1590-A6C6EFE2BF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50599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AD2146B6-9F11-D90D-C89F-216F54D89DC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50599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60F438-701B-E05B-8BB2-A3B5639DF169}"/>
              </a:ext>
            </a:extLst>
          </p:cNvPr>
          <p:cNvSpPr/>
          <p:nvPr userDrawn="1"/>
        </p:nvSpPr>
        <p:spPr>
          <a:xfrm>
            <a:off x="916518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05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eam x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A4DC1692-413E-292E-B25E-393324BB07BB}"/>
              </a:ext>
            </a:extLst>
          </p:cNvPr>
          <p:cNvSpPr/>
          <p:nvPr userDrawn="1"/>
        </p:nvSpPr>
        <p:spPr>
          <a:xfrm>
            <a:off x="733679" y="1771651"/>
            <a:ext cx="10724642" cy="2764790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8" name="TextBox 17" descr="page number">
            <a:extLst>
              <a:ext uri="{FF2B5EF4-FFF2-40B4-BE49-F238E27FC236}">
                <a16:creationId xmlns:a16="http://schemas.microsoft.com/office/drawing/2014/main" id="{C87EDDFD-8BEA-0F05-C894-40A52D75E4F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604" y="347472"/>
            <a:ext cx="10908792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465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9465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2D2EE368-BD70-1105-A57D-1CCFAFD8C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6245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9FF3E981-8086-33F5-9654-8055EEAD18B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62197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AAB30964-25CC-210D-DADC-F5AEB17B6F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0885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0311BB6D-1384-820A-268A-50A3F81BA59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4929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4E9C5A62-1753-80B3-6117-AFA14EA820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87661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B7AC4BC7-6BDC-600E-475C-0638C8F1759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887661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46F1A-E198-116B-FFE8-4378F5FE9E71}"/>
              </a:ext>
            </a:extLst>
          </p:cNvPr>
          <p:cNvSpPr/>
          <p:nvPr userDrawn="1"/>
        </p:nvSpPr>
        <p:spPr>
          <a:xfrm>
            <a:off x="549529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2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eam x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8D5D0737-0488-2FFF-C230-C18FE62637EF}"/>
              </a:ext>
            </a:extLst>
          </p:cNvPr>
          <p:cNvSpPr/>
          <p:nvPr userDrawn="1"/>
        </p:nvSpPr>
        <p:spPr>
          <a:xfrm>
            <a:off x="641604" y="1771651"/>
            <a:ext cx="10908792" cy="2200842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1" name="TextBox 20" descr="page number">
            <a:extLst>
              <a:ext uri="{FF2B5EF4-FFF2-40B4-BE49-F238E27FC236}">
                <a16:creationId xmlns:a16="http://schemas.microsoft.com/office/drawing/2014/main" id="{11B1EDE9-10AE-7420-E191-B401A90A6D8C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604" y="347472"/>
            <a:ext cx="10908792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770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055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F23D83D-3F3A-2AA7-D6D2-C8891D4655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97677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2BD4347-C336-A7A9-71EB-087C97FFA4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995962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140AC71-FC5E-75F7-3AA4-00CCBE0EEF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72584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BAC496A2-2EB1-7D10-AFBC-56F6C83D46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70869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331011FD-80AF-1940-B2C8-D262D03D50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7491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96AE4040-FD4E-5C8E-FB80-A2E1AE4086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45776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2F0D1663-3FC3-9A84-6D69-2F03795137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2397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3ED1E8B-FEB7-14C8-F84B-B534B60C3C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20682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8934C2-BD80-B517-35B9-FE09FDBE16B4}"/>
              </a:ext>
            </a:extLst>
          </p:cNvPr>
          <p:cNvSpPr/>
          <p:nvPr userDrawn="1"/>
        </p:nvSpPr>
        <p:spPr>
          <a:xfrm>
            <a:off x="457454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2286001"/>
            <a:ext cx="2742532" cy="2285999"/>
          </a:xfrm>
          <a:noFill/>
        </p:spPr>
        <p:txBody>
          <a:bodyPr lIns="0" tIns="0" rIns="0" bIns="0" anchor="ctr"/>
          <a:lstStyle>
            <a:lvl1pPr algn="ctr">
              <a:lnSpc>
                <a:spcPct val="100000"/>
              </a:lnSpc>
              <a:defRPr lang="en-US" sz="54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9857" y="638174"/>
            <a:ext cx="7350792" cy="5580063"/>
          </a:xfrm>
        </p:spPr>
        <p:txBody>
          <a:bodyPr lIns="182880" tIns="182880" rIns="182880" bIns="182880" anchor="ctr">
            <a:normAutofit/>
          </a:bodyPr>
          <a:lstStyle>
            <a:lvl1pPr marL="282575" indent="-282575">
              <a:buClr>
                <a:schemeClr val="accent2"/>
              </a:buClr>
              <a:defRPr sz="2800">
                <a:solidFill>
                  <a:schemeClr val="tx1"/>
                </a:solidFill>
              </a:defRPr>
            </a:lvl1pPr>
            <a:lvl2pPr marL="576263" indent="-283464">
              <a:buClr>
                <a:schemeClr val="accent2"/>
              </a:buClr>
              <a:defRPr sz="2800">
                <a:solidFill>
                  <a:schemeClr val="tx1"/>
                </a:solidFill>
              </a:defRPr>
            </a:lvl2pPr>
            <a:lvl3pPr marL="860425" indent="-284163">
              <a:buClr>
                <a:schemeClr val="accent2"/>
              </a:buClr>
              <a:defRPr sz="2800">
                <a:solidFill>
                  <a:schemeClr val="tx1"/>
                </a:solidFill>
              </a:defRPr>
            </a:lvl3pPr>
            <a:lvl4pPr marL="1143000" indent="-282575">
              <a:buClr>
                <a:schemeClr val="accent2"/>
              </a:buClr>
              <a:defRPr sz="2800">
                <a:solidFill>
                  <a:schemeClr val="tx1"/>
                </a:solidFill>
              </a:defRPr>
            </a:lvl4pPr>
            <a:lvl5pPr marL="1425575" indent="-282575">
              <a:buClr>
                <a:schemeClr val="accent2"/>
              </a:buClr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Box 11" descr="page number">
            <a:extLst>
              <a:ext uri="{FF2B5EF4-FFF2-40B4-BE49-F238E27FC236}">
                <a16:creationId xmlns:a16="http://schemas.microsoft.com/office/drawing/2014/main" id="{2777FFEC-CA94-6033-0F99-A7C24C8D6573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37294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eam x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144964A5-E7FF-A6C2-15BD-6F52382F4E5D}"/>
              </a:ext>
            </a:extLst>
          </p:cNvPr>
          <p:cNvSpPr/>
          <p:nvPr userDrawn="1"/>
        </p:nvSpPr>
        <p:spPr>
          <a:xfrm>
            <a:off x="2768601" y="1771650"/>
            <a:ext cx="6654798" cy="3325283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5" name="TextBox 4" descr="page number">
            <a:extLst>
              <a:ext uri="{FF2B5EF4-FFF2-40B4-BE49-F238E27FC236}">
                <a16:creationId xmlns:a16="http://schemas.microsoft.com/office/drawing/2014/main" id="{863B7911-C533-F502-25B4-3D97B399062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44368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44368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867F8F0-3FE9-50F4-0741-D28BA02978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0404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A05C3527-18B9-A2C7-67A0-021F16B3E5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0404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692C59-1B99-6DF0-FB7E-68BA350E6017}"/>
              </a:ext>
            </a:extLst>
          </p:cNvPr>
          <p:cNvSpPr/>
          <p:nvPr userDrawn="1"/>
        </p:nvSpPr>
        <p:spPr>
          <a:xfrm>
            <a:off x="2584451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15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eam x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A18E9978-7E7D-2D18-C773-48D769CAFEB6}"/>
              </a:ext>
            </a:extLst>
          </p:cNvPr>
          <p:cNvSpPr/>
          <p:nvPr userDrawn="1"/>
        </p:nvSpPr>
        <p:spPr>
          <a:xfrm>
            <a:off x="1100668" y="1771650"/>
            <a:ext cx="9990664" cy="3325283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6" name="TextBox 15" descr="page number">
            <a:extLst>
              <a:ext uri="{FF2B5EF4-FFF2-40B4-BE49-F238E27FC236}">
                <a16:creationId xmlns:a16="http://schemas.microsoft.com/office/drawing/2014/main" id="{3388BE6E-5BA2-A45C-CD3E-22A2E67ED2C4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7112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77112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867F8F0-3FE9-50F4-0741-D28BA02978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1624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A05C3527-18B9-A2C7-67A0-021F16B3E5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1624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780E568E-0908-ABC5-1590-A6C6EFE2BF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50599" y="5280221"/>
            <a:ext cx="2968752" cy="117043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AD2146B6-9F11-D90D-C89F-216F54D89DC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50599" y="1946092"/>
            <a:ext cx="2968752" cy="296875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1974DB-9E66-0692-6A69-8AA688241BF1}"/>
              </a:ext>
            </a:extLst>
          </p:cNvPr>
          <p:cNvSpPr/>
          <p:nvPr userDrawn="1"/>
        </p:nvSpPr>
        <p:spPr>
          <a:xfrm>
            <a:off x="916518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58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eam x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0DC598FD-CAFF-BC45-0099-8B9639EB0A56}"/>
              </a:ext>
            </a:extLst>
          </p:cNvPr>
          <p:cNvSpPr/>
          <p:nvPr userDrawn="1"/>
        </p:nvSpPr>
        <p:spPr>
          <a:xfrm>
            <a:off x="733679" y="1771651"/>
            <a:ext cx="10724642" cy="2764790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30" name="TextBox 29" descr="page number">
            <a:extLst>
              <a:ext uri="{FF2B5EF4-FFF2-40B4-BE49-F238E27FC236}">
                <a16:creationId xmlns:a16="http://schemas.microsoft.com/office/drawing/2014/main" id="{25AD00F3-54B7-9C41-6007-9F75BC292A3A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604" y="347472"/>
            <a:ext cx="10908792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465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9465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2D2EE368-BD70-1105-A57D-1CCFAFD8C4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6245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9FF3E981-8086-33F5-9654-8055EEAD18B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62197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AAB30964-25CC-210D-DADC-F5AEB17B6F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0885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0311BB6D-1384-820A-268A-50A3F81BA59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24929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4E9C5A62-1753-80B3-6117-AFA14EA820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87661" y="4714586"/>
            <a:ext cx="2404872" cy="1316736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B7AC4BC7-6BDC-600E-475C-0638C8F1759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887661" y="1946092"/>
            <a:ext cx="2404872" cy="2404872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D2E6A-EAC3-E184-ED90-FC312F740F35}"/>
              </a:ext>
            </a:extLst>
          </p:cNvPr>
          <p:cNvSpPr/>
          <p:nvPr userDrawn="1"/>
        </p:nvSpPr>
        <p:spPr>
          <a:xfrm>
            <a:off x="549529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92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eam x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E142DF06-C6FE-D977-E638-2EA35076D6F1}"/>
              </a:ext>
            </a:extLst>
          </p:cNvPr>
          <p:cNvSpPr/>
          <p:nvPr userDrawn="1"/>
        </p:nvSpPr>
        <p:spPr>
          <a:xfrm>
            <a:off x="641604" y="1771651"/>
            <a:ext cx="10908792" cy="2200842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3" name="TextBox 22" descr="page number">
            <a:extLst>
              <a:ext uri="{FF2B5EF4-FFF2-40B4-BE49-F238E27FC236}">
                <a16:creationId xmlns:a16="http://schemas.microsoft.com/office/drawing/2014/main" id="{09E2F7EF-2463-D9E5-C74F-50794FCEB3D2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604" y="347472"/>
            <a:ext cx="10908792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277DC75-5157-C2CA-7B3F-61A1DAA7F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770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1A772E1-CB6B-0FCE-F271-32750E54B4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055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AF23D83D-3F3A-2AA7-D6D2-C8891D4655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97677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2BD4347-C336-A7A9-71EB-087C97FFA4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995962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140AC71-FC5E-75F7-3AA4-00CCBE0EEF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72584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BAC496A2-2EB1-7D10-AFBC-56F6C83D46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70869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9">
            <a:extLst>
              <a:ext uri="{FF2B5EF4-FFF2-40B4-BE49-F238E27FC236}">
                <a16:creationId xmlns:a16="http://schemas.microsoft.com/office/drawing/2014/main" id="{331011FD-80AF-1940-B2C8-D262D03D509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7491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96AE4040-FD4E-5C8E-FB80-A2E1AE4086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45776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2F0D1663-3FC3-9A84-6D69-2F03795137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2397" y="4138136"/>
            <a:ext cx="1845374" cy="1901952"/>
          </a:xfrm>
          <a:noFill/>
        </p:spPr>
        <p:txBody>
          <a:bodyPr/>
          <a:lstStyle>
            <a:lvl1pPr marL="0" indent="0" algn="ctr">
              <a:spcAft>
                <a:spcPts val="300"/>
              </a:spcAft>
              <a:buFontTx/>
              <a:buNone/>
              <a:defRPr sz="1800">
                <a:solidFill>
                  <a:schemeClr val="tx1"/>
                </a:solidFill>
                <a:latin typeface="IntelOne Text Medium" panose="020B0703020203020204" pitchFamily="34" charset="0"/>
              </a:defRPr>
            </a:lvl1pPr>
            <a:lvl2pPr marL="0" indent="0" algn="ctr">
              <a:spcAft>
                <a:spcPts val="300"/>
              </a:spcAft>
              <a:buFontTx/>
              <a:buNone/>
              <a:defRPr sz="1600">
                <a:solidFill>
                  <a:schemeClr val="tx1"/>
                </a:solidFill>
              </a:defRPr>
            </a:lvl2pPr>
            <a:lvl3pPr marL="457200" indent="0" algn="ctr">
              <a:buFontTx/>
              <a:buNone/>
              <a:defRPr/>
            </a:lvl3pPr>
            <a:lvl4pPr marL="690562" indent="0" algn="ctr">
              <a:buFontTx/>
              <a:buNone/>
              <a:defRPr/>
            </a:lvl4pPr>
            <a:lvl5pPr marL="914400" indent="0" algn="ctr">
              <a:buFontTx/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23ED1E8B-FEB7-14C8-F84B-B534B60C3CE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520682" y="1927414"/>
            <a:ext cx="1847088" cy="1847088"/>
          </a:xfrm>
          <a:noFill/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280A32-FE43-6054-7B38-B9DD7ACB65DA}"/>
              </a:ext>
            </a:extLst>
          </p:cNvPr>
          <p:cNvSpPr/>
          <p:nvPr userDrawn="1"/>
        </p:nvSpPr>
        <p:spPr>
          <a:xfrm>
            <a:off x="457454" y="1587500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9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350962"/>
            <a:ext cx="10911840" cy="4867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 descr="page number">
            <a:extLst>
              <a:ext uri="{FF2B5EF4-FFF2-40B4-BE49-F238E27FC236}">
                <a16:creationId xmlns:a16="http://schemas.microsoft.com/office/drawing/2014/main" id="{67821D24-25EB-3229-7A0F-6A8B73EB84D0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69110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 descr="page number">
            <a:extLst>
              <a:ext uri="{FF2B5EF4-FFF2-40B4-BE49-F238E27FC236}">
                <a16:creationId xmlns:a16="http://schemas.microsoft.com/office/drawing/2014/main" id="{4E10F2A1-852B-0DD3-B39A-C852C83C0C39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350962"/>
            <a:ext cx="10911840" cy="4867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9244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ADC96CC9-3339-E6B9-F710-9B71627B2F90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D23E5-8B42-FBB3-8E22-4702FB672B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350962"/>
            <a:ext cx="10911840" cy="4867275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 marL="6858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 marL="11430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7638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350962"/>
            <a:ext cx="5135880" cy="4867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350962"/>
            <a:ext cx="5134610" cy="4867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BD1571BA-C5A4-6451-3773-B4B2153C8C1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21135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itle and 2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 descr="page number">
            <a:extLst>
              <a:ext uri="{FF2B5EF4-FFF2-40B4-BE49-F238E27FC236}">
                <a16:creationId xmlns:a16="http://schemas.microsoft.com/office/drawing/2014/main" id="{D6700321-D9AE-9177-B151-B9CAFE415A8D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350962"/>
            <a:ext cx="5135880" cy="4867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350962"/>
            <a:ext cx="5134610" cy="4867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8785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itle and 2 colum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 descr="page number">
            <a:extLst>
              <a:ext uri="{FF2B5EF4-FFF2-40B4-BE49-F238E27FC236}">
                <a16:creationId xmlns:a16="http://schemas.microsoft.com/office/drawing/2014/main" id="{4E6E0EDC-2CC3-ED0E-C967-8E0A095CD0F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350962"/>
            <a:ext cx="5135880" cy="4867275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 marL="6858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 marL="11430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350962"/>
            <a:ext cx="5134610" cy="4867275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 marL="6858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 marL="1143000" indent="-228600">
              <a:buClr>
                <a:schemeClr val="accent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330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x4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C1875E-7D7F-8CFE-CD09-114BA91DB1A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A12D478-566E-EB09-8C49-F20C246E1E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279197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7572F18-13D8-4A44-0BC9-1028CB8FE26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40080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BD29EC2-03C2-0BAC-29DB-E66CBA58BA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77609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6D7762-3D47-1050-E6A2-45642630252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50963"/>
            <a:ext cx="0" cy="48656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344C18-FD99-2627-B3E3-5A9FF5C82019}"/>
              </a:ext>
            </a:extLst>
          </p:cNvPr>
          <p:cNvCxnSpPr>
            <a:cxnSpLocks/>
          </p:cNvCxnSpPr>
          <p:nvPr userDrawn="1"/>
        </p:nvCxnSpPr>
        <p:spPr>
          <a:xfrm>
            <a:off x="640080" y="3783806"/>
            <a:ext cx="109105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AC04C269-5228-E45A-7DC0-D637BE4F8932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746766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itle and 4x4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 descr="page number">
            <a:extLst>
              <a:ext uri="{FF2B5EF4-FFF2-40B4-BE49-F238E27FC236}">
                <a16:creationId xmlns:a16="http://schemas.microsoft.com/office/drawing/2014/main" id="{0C989EC7-423D-C2C2-F8A7-E813A55EBD67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C1875E-7D7F-8CFE-CD09-114BA91DB1A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A12D478-566E-EB09-8C49-F20C246E1E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279197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7572F18-13D8-4A44-0BC9-1028CB8FE26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40080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BD29EC2-03C2-0BAC-29DB-E66CBA58BA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77609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defRPr sz="1600"/>
            </a:lvl1pPr>
            <a:lvl2pPr marL="341313" indent="-169863">
              <a:spcAft>
                <a:spcPts val="600"/>
              </a:spcAft>
              <a:defRPr sz="1600"/>
            </a:lvl2pPr>
            <a:lvl3pPr marL="511175" indent="-169863">
              <a:spcAft>
                <a:spcPts val="600"/>
              </a:spcAft>
              <a:defRPr sz="1600"/>
            </a:lvl3pPr>
            <a:lvl4pPr marL="688975" indent="-173038">
              <a:spcAft>
                <a:spcPts val="600"/>
              </a:spcAft>
              <a:defRPr sz="1600"/>
            </a:lvl4pPr>
            <a:lvl5pPr marL="860425" indent="-173038"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6D7762-3D47-1050-E6A2-45642630252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50963"/>
            <a:ext cx="0" cy="48656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344C18-FD99-2627-B3E3-5A9FF5C82019}"/>
              </a:ext>
            </a:extLst>
          </p:cNvPr>
          <p:cNvCxnSpPr>
            <a:cxnSpLocks/>
          </p:cNvCxnSpPr>
          <p:nvPr userDrawn="1"/>
        </p:nvCxnSpPr>
        <p:spPr>
          <a:xfrm>
            <a:off x="640080" y="3783806"/>
            <a:ext cx="1091057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560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itle and 4x4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 descr="page number">
            <a:extLst>
              <a:ext uri="{FF2B5EF4-FFF2-40B4-BE49-F238E27FC236}">
                <a16:creationId xmlns:a16="http://schemas.microsoft.com/office/drawing/2014/main" id="{2967EFC5-40CC-5C62-952A-EDC642704032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C1875E-7D7F-8CFE-CD09-114BA91DB1A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A12D478-566E-EB09-8C49-F20C246E1E7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6279197" y="1350964"/>
            <a:ext cx="5273041" cy="2250598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7572F18-13D8-4A44-0BC9-1028CB8FE26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40080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BD29EC2-03C2-0BAC-29DB-E66CBA58BAD2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6277609" y="3966051"/>
            <a:ext cx="5273041" cy="2066640"/>
          </a:xfrm>
          <a:ln>
            <a:noFill/>
          </a:ln>
        </p:spPr>
        <p:txBody>
          <a:bodyPr lIns="0" tIns="0" rIns="0" bIns="0">
            <a:normAutofit/>
          </a:bodyPr>
          <a:lstStyle>
            <a:lvl1pPr marL="16986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6D7762-3D47-1050-E6A2-45642630252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50963"/>
            <a:ext cx="0" cy="486568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344C18-FD99-2627-B3E3-5A9FF5C82019}"/>
              </a:ext>
            </a:extLst>
          </p:cNvPr>
          <p:cNvCxnSpPr>
            <a:cxnSpLocks/>
          </p:cNvCxnSpPr>
          <p:nvPr userDrawn="1"/>
        </p:nvCxnSpPr>
        <p:spPr>
          <a:xfrm>
            <a:off x="640080" y="3783806"/>
            <a:ext cx="109105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678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5367528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5367528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C5593E0-6E71-F064-B777-B376CDA76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392" y="1352550"/>
            <a:ext cx="5367528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392" y="2084069"/>
            <a:ext cx="5367528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64DB3C81-5200-1030-B4E8-ABF2698D7CDB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34354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2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 descr="page number">
            <a:extLst>
              <a:ext uri="{FF2B5EF4-FFF2-40B4-BE49-F238E27FC236}">
                <a16:creationId xmlns:a16="http://schemas.microsoft.com/office/drawing/2014/main" id="{1B635D98-9B9C-AAE6-0C04-B96BA480BF0B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5367528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5367528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C5593E0-6E71-F064-B777-B376CDA76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392" y="1352550"/>
            <a:ext cx="5367528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392" y="2084069"/>
            <a:ext cx="5367528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8642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2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 descr="page number">
            <a:extLst>
              <a:ext uri="{FF2B5EF4-FFF2-40B4-BE49-F238E27FC236}">
                <a16:creationId xmlns:a16="http://schemas.microsoft.com/office/drawing/2014/main" id="{838AE3FB-D83A-9549-3BDE-91AE93CC4561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5367528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5367528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C5593E0-6E71-F064-B777-B376CDA76F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392" y="1352550"/>
            <a:ext cx="5367528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392" y="2084069"/>
            <a:ext cx="5367528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0533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3511296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3511296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12B4B45-CF39-C881-FEED-193B2B89EA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0352" y="1352550"/>
            <a:ext cx="3511296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6A1A6E-39AF-64E3-3210-6BA9680B4DA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340352" y="2084069"/>
            <a:ext cx="3511296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47937BC-FCEA-CF86-9ECE-0BB1BEC95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0624" y="1352550"/>
            <a:ext cx="3511296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F4CBDF-F4ED-5751-33F6-BFE24BB0F3F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40624" y="2084069"/>
            <a:ext cx="3511296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0DCDF263-23BC-A849-D1F7-77FF1A4C5467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76734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3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 descr="page number">
            <a:extLst>
              <a:ext uri="{FF2B5EF4-FFF2-40B4-BE49-F238E27FC236}">
                <a16:creationId xmlns:a16="http://schemas.microsoft.com/office/drawing/2014/main" id="{8D99CE4C-68C4-2D60-DC2D-8DB7E2118FA9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3511296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3511296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12B4B45-CF39-C881-FEED-193B2B89EA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0352" y="1352550"/>
            <a:ext cx="3511296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6A1A6E-39AF-64E3-3210-6BA9680B4DA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340352" y="2084069"/>
            <a:ext cx="3511296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47937BC-FCEA-CF86-9ECE-0BB1BEC95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0624" y="1352550"/>
            <a:ext cx="3511296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F4CBDF-F4ED-5751-33F6-BFE24BB0F3F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40624" y="2084069"/>
            <a:ext cx="3511296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941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3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 descr="page number">
            <a:extLst>
              <a:ext uri="{FF2B5EF4-FFF2-40B4-BE49-F238E27FC236}">
                <a16:creationId xmlns:a16="http://schemas.microsoft.com/office/drawing/2014/main" id="{13C3C151-CBB4-F3F1-C99C-20F829F20020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0080" y="1352550"/>
            <a:ext cx="3511296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084069"/>
            <a:ext cx="3511296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12B4B45-CF39-C881-FEED-193B2B89EA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0352" y="1352550"/>
            <a:ext cx="3511296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6A1A6E-39AF-64E3-3210-6BA9680B4DA5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340352" y="2084069"/>
            <a:ext cx="3511296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47937BC-FCEA-CF86-9ECE-0BB1BEC95F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0624" y="1352550"/>
            <a:ext cx="3511296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rmAutofit/>
          </a:bodyPr>
          <a:lstStyle>
            <a:lvl1pPr marL="0" indent="0" algn="ctr">
              <a:buFontTx/>
              <a:buNone/>
              <a:defRPr sz="22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0F4CBDF-F4ED-5751-33F6-BFE24BB0F3FC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40624" y="2084069"/>
            <a:ext cx="3511296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8197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2084069"/>
            <a:ext cx="2590801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3B42FB-5999-B3E9-6C21-A952B948F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13443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3DD9B0E-BCFC-DE24-9478-B0C73997F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413443" y="2084069"/>
            <a:ext cx="2590801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408E2BB1-3472-BF16-ED03-7CE5ABEC0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7600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422803A-3C57-F77D-E23A-7A9EDA5A4C0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87600" y="2084069"/>
            <a:ext cx="2590801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644D253-0A20-D2D5-3705-32A1EAF2C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1598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C5DA0EE-F75D-43D7-1BC1-178FAD4EABBC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961598" y="2084069"/>
            <a:ext cx="2590801" cy="4134169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1455EC02-59F2-3603-93C5-BDF1B5D544E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952642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4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 descr="page number">
            <a:extLst>
              <a:ext uri="{FF2B5EF4-FFF2-40B4-BE49-F238E27FC236}">
                <a16:creationId xmlns:a16="http://schemas.microsoft.com/office/drawing/2014/main" id="{CBE7B8E1-A193-286E-4889-9E300CE3856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3B42FB-5999-B3E9-6C21-A952B948F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13443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3DD9B0E-BCFC-DE24-9478-B0C73997F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413443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408E2BB1-3472-BF16-ED03-7CE5ABEC0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7600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422803A-3C57-F77D-E23A-7A9EDA5A4C0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87600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644D253-0A20-D2D5-3705-32A1EAF2C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1598" y="1352550"/>
            <a:ext cx="2590640" cy="73152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C5DA0EE-F75D-43D7-1BC1-178FAD4EABBC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961598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8422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4 columns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 descr="page number">
            <a:extLst>
              <a:ext uri="{FF2B5EF4-FFF2-40B4-BE49-F238E27FC236}">
                <a16:creationId xmlns:a16="http://schemas.microsoft.com/office/drawing/2014/main" id="{23AC3C24-B92D-55D5-D682-1CC5D908A5A5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95D9A7-4794-7F3E-08C6-4DF5706AC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1352550"/>
            <a:ext cx="2590640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79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893B42FB-5999-B3E9-6C21-A952B948F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13443" y="1352550"/>
            <a:ext cx="2590640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3DD9B0E-BCFC-DE24-9478-B0C73997F4C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413443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408E2BB1-3472-BF16-ED03-7CE5ABEC0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7600" y="1352550"/>
            <a:ext cx="2590640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422803A-3C57-F77D-E23A-7A9EDA5A4C0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187600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644D253-0A20-D2D5-3705-32A1EAF2C3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61598" y="1352550"/>
            <a:ext cx="2590640" cy="73152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200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C5DA0EE-F75D-43D7-1BC1-178FAD4EABBC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961598" y="2084069"/>
            <a:ext cx="2590801" cy="4134169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0767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4 Grid +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2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A1EBED7-F22A-AEEF-50AF-DCA60FB5A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2" y="1352550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F7A658-66DC-B049-F531-80D4915734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2" y="1809751"/>
            <a:ext cx="5367528" cy="1881822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0FC96-C70F-998A-9A23-3EFB1C5B4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4074" y="1352550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D03784-EE29-2040-37CA-E2431675954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84074" y="1809751"/>
            <a:ext cx="5367528" cy="1881822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FAA5EC1-E581-7F86-69FD-456AAC31E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762" y="3877627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BAE097-DB91-0EF3-B142-A7B9DBC1171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9762" y="4334828"/>
            <a:ext cx="5367528" cy="1881822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95ECE6F-897C-C9A8-BE7B-4BA634EE6D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074" y="3877627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DD6434-B377-6CD5-E09D-4A7DE66647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84074" y="4334828"/>
            <a:ext cx="5367528" cy="1881822"/>
          </a:xfrm>
          <a:solidFill>
            <a:srgbClr val="001E50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rgbClr val="FFFFFF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6459E6E6-F051-64D4-0E8B-0F732E18F00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48563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4x4 grid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 descr="page number">
            <a:extLst>
              <a:ext uri="{FF2B5EF4-FFF2-40B4-BE49-F238E27FC236}">
                <a16:creationId xmlns:a16="http://schemas.microsoft.com/office/drawing/2014/main" id="{C4EB941D-8FC6-8901-36F0-DED523716626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2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A1EBED7-F22A-AEEF-50AF-DCA60FB5A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2" y="1352550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F7A658-66DC-B049-F531-80D4915734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2" y="1809751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0FC96-C70F-998A-9A23-3EFB1C5B4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4074" y="1352550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D03784-EE29-2040-37CA-E2431675954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84074" y="1809751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FAA5EC1-E581-7F86-69FD-456AAC31E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762" y="3877627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BAE097-DB91-0EF3-B142-A7B9DBC1171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9762" y="4334828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95ECE6F-897C-C9A8-BE7B-4BA634EE6D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074" y="3877627"/>
            <a:ext cx="5367528" cy="457200"/>
          </a:xfrm>
          <a:solidFill>
            <a:schemeClr val="accent1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DD6434-B377-6CD5-E09D-4A7DE66647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84074" y="4334828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5471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4x4 grid + head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 descr="page number">
            <a:extLst>
              <a:ext uri="{FF2B5EF4-FFF2-40B4-BE49-F238E27FC236}">
                <a16:creationId xmlns:a16="http://schemas.microsoft.com/office/drawing/2014/main" id="{E6AFA484-D550-7C1F-C63A-883AA75A5769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54BD7A-EF24-5BA8-71D8-37820661A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2" y="347472"/>
            <a:ext cx="10911840" cy="6400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A1EBED7-F22A-AEEF-50AF-DCA60FB5AF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2" y="1352550"/>
            <a:ext cx="5367528" cy="45720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F7A658-66DC-B049-F531-80D4915734F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2" y="1809751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0FC96-C70F-998A-9A23-3EFB1C5B4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4074" y="1352550"/>
            <a:ext cx="5367528" cy="45720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D03784-EE29-2040-37CA-E24316759542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84074" y="1809751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FAA5EC1-E581-7F86-69FD-456AAC31E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762" y="3877627"/>
            <a:ext cx="5367528" cy="45720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BAE097-DB91-0EF3-B142-A7B9DBC1171D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9762" y="4334828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95ECE6F-897C-C9A8-BE7B-4BA634EE6D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4074" y="3877627"/>
            <a:ext cx="5367528" cy="457200"/>
          </a:xfrm>
          <a:solidFill>
            <a:schemeClr val="accent2"/>
          </a:solidFill>
          <a:ln>
            <a:noFill/>
          </a:ln>
        </p:spPr>
        <p:txBody>
          <a:bodyPr lIns="137160" tIns="137160" rIns="137160" bIns="137160" anchor="ctr">
            <a:noAutofit/>
          </a:bodyPr>
          <a:lstStyle>
            <a:lvl1pPr marL="0" indent="0" algn="ctr">
              <a:buFontTx/>
              <a:buNone/>
              <a:defRPr sz="180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3DD6434-B377-6CD5-E09D-4A7DE666470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84074" y="4334828"/>
            <a:ext cx="5367528" cy="1881822"/>
          </a:xfrm>
          <a:solidFill>
            <a:schemeClr val="bg2"/>
          </a:solidFill>
          <a:ln>
            <a:noFill/>
          </a:ln>
        </p:spPr>
        <p:txBody>
          <a:bodyPr lIns="137160" tIns="137160" rIns="137160" bIns="137160">
            <a:normAutofit/>
          </a:bodyPr>
          <a:lstStyle>
            <a:lvl1pPr marL="16986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1pPr>
            <a:lvl2pPr marL="341313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2pPr>
            <a:lvl3pPr marL="511175" indent="-169863">
              <a:spcAft>
                <a:spcPts val="600"/>
              </a:spcAft>
              <a:defRPr sz="1400">
                <a:solidFill>
                  <a:schemeClr val="tx1"/>
                </a:solidFill>
              </a:defRPr>
            </a:lvl3pPr>
            <a:lvl4pPr marL="68897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860425" indent="-173038">
              <a:spcAft>
                <a:spcPts val="600"/>
              </a:spcAft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848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2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024884E1-C389-CBAF-285A-D72EA807F623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2" name="TextBox 21" descr="page number">
            <a:extLst>
              <a:ext uri="{FF2B5EF4-FFF2-40B4-BE49-F238E27FC236}">
                <a16:creationId xmlns:a16="http://schemas.microsoft.com/office/drawing/2014/main" id="{D1FC0CFB-3182-F8FE-B8CB-6E8B6334D653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3C991-9E2F-104F-8898-D7E738092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8828"/>
            <a:ext cx="3341054" cy="3557824"/>
          </a:xfr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>
            <a:lvl1pPr algn="ctr">
              <a:defRPr lang="en-US" sz="28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1648828"/>
            <a:ext cx="1594925" cy="159105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8322" y="1648828"/>
            <a:ext cx="5613915" cy="159105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5A8F2CDB-E1B1-B57E-B5BF-DF4AD07E7F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3615596"/>
            <a:ext cx="1594925" cy="159105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54D76D-FB29-6987-DD5B-1A13AB4FCE1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38322" y="3615596"/>
            <a:ext cx="5613915" cy="159105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B47F7-34AF-9883-8F5D-17BB1D0DE918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85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2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8771D124-A8AE-EC26-ECBC-EE729262FFC9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E7F90D9C-54CB-8356-33F6-48D5EB705C12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3C991-9E2F-104F-8898-D7E738092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8828"/>
            <a:ext cx="3341054" cy="3557824"/>
          </a:xfr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>
            <a:lvl1pPr algn="ctr">
              <a:defRPr lang="en-US" sz="28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algn="ctr"/>
            <a:r>
              <a:rPr lang="en-US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1648828"/>
            <a:ext cx="1594925" cy="159105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38322" y="1648828"/>
            <a:ext cx="5613915" cy="159105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5A8F2CDB-E1B1-B57E-B5BF-DF4AD07E7F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3615596"/>
            <a:ext cx="1594925" cy="159105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54D76D-FB29-6987-DD5B-1A13AB4FCE1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38322" y="3615596"/>
            <a:ext cx="5613915" cy="159105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16F21A-A7F3-7E0B-5803-404532D5F724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95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3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758BAE01-0C85-4332-6548-F0212FEEFBB0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0" name="TextBox 9" descr="page number">
            <a:extLst>
              <a:ext uri="{FF2B5EF4-FFF2-40B4-BE49-F238E27FC236}">
                <a16:creationId xmlns:a16="http://schemas.microsoft.com/office/drawing/2014/main" id="{B483D59B-209B-2267-0AEB-33DF46D1E3A5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1F33502-FF3E-5973-3DA5-5995A853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9778"/>
            <a:ext cx="3337560" cy="3557016"/>
          </a:xfrm>
          <a:noFill/>
          <a:effectLst/>
        </p:spPr>
        <p:txBody>
          <a:bodyPr lIns="137160" tIns="137160" rIns="137160" bIns="13716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641031"/>
            <a:ext cx="1619348" cy="161406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62746" y="641031"/>
            <a:ext cx="5586876" cy="161406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30BF0C4-DF3D-5C44-48D9-DF7D30C754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2621967"/>
            <a:ext cx="1619348" cy="161406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54E0CC-D588-2E96-E46C-6D3E52BAF92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62746" y="2621967"/>
            <a:ext cx="5586876" cy="161406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D7BB096-5901-7E51-B875-EACF33508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8" y="4601475"/>
            <a:ext cx="1619348" cy="1614066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D5DBF6-B7D4-ABF3-6073-A8AD1A08FB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62746" y="4601475"/>
            <a:ext cx="5586876" cy="161406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26533F-8D09-FDFD-F96A-07E3F4502F91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17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3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D3279DD5-0674-C72A-EA96-96A72ECECDD3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4" name="TextBox 3" descr="page number">
            <a:extLst>
              <a:ext uri="{FF2B5EF4-FFF2-40B4-BE49-F238E27FC236}">
                <a16:creationId xmlns:a16="http://schemas.microsoft.com/office/drawing/2014/main" id="{6CD4268C-A747-3DFB-177B-7552A6FDA1A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1F33502-FF3E-5973-3DA5-5995A853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9778"/>
            <a:ext cx="3337560" cy="3557016"/>
          </a:xfrm>
          <a:noFill/>
          <a:effectLst/>
        </p:spPr>
        <p:txBody>
          <a:bodyPr lIns="137160" tIns="137160" rIns="137160" bIns="13716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8" y="641031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62746" y="641031"/>
            <a:ext cx="5586876" cy="161406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30BF0C4-DF3D-5C44-48D9-DF7D30C754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8" y="2621967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54E0CC-D588-2E96-E46C-6D3E52BAF92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962746" y="2621967"/>
            <a:ext cx="5586876" cy="161406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D7BB096-5901-7E51-B875-EACF33508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8" y="4601475"/>
            <a:ext cx="1619348" cy="1614066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CD5DBF6-B7D4-ABF3-6073-A8AD1A08FB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62746" y="4601475"/>
            <a:ext cx="5586876" cy="1614066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AE550F-51E1-0B46-99DA-9B46888D1523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6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4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FF07E9F1-FD62-5F4B-FF9E-163400CE790B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6" name="TextBox 25" descr="page number">
            <a:extLst>
              <a:ext uri="{FF2B5EF4-FFF2-40B4-BE49-F238E27FC236}">
                <a16:creationId xmlns:a16="http://schemas.microsoft.com/office/drawing/2014/main" id="{BDAD87BC-2A28-396E-1342-48D8990652F6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8BDD78-5FAC-8A55-991C-65E237B2F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8828"/>
            <a:ext cx="3341052" cy="3560346"/>
          </a:xfrm>
          <a:noFill/>
          <a:effectLst/>
        </p:spPr>
        <p:txBody>
          <a:bodyPr lIns="137160" tIns="137160" rIns="137160" bIns="13716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39763"/>
            <a:ext cx="1263462" cy="1259341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861" y="639762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7CA595A-6D62-43D1-587B-082C97838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2078943"/>
            <a:ext cx="1263462" cy="1259341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029D4D-033C-35FC-E0DA-F46E0B6061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606861" y="2078942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29D1A13-E761-EC6E-D12B-71C8846FD0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3518122"/>
            <a:ext cx="1263462" cy="1259341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134D6D-3210-16EF-80F3-C65CD6167A5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06861" y="3518121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9CE4D8C-A6A7-258C-A083-8DCB8CA9F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957302"/>
            <a:ext cx="1263462" cy="1259341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2D25DE-BD5A-1E2A-B371-ECE4BD16724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606861" y="4957301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068D1E-5CD0-DCCC-2985-33675118FD51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73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4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B5CFA39A-A396-2F9C-C14F-564285110435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0" name="TextBox 19" descr="page number">
            <a:extLst>
              <a:ext uri="{FF2B5EF4-FFF2-40B4-BE49-F238E27FC236}">
                <a16:creationId xmlns:a16="http://schemas.microsoft.com/office/drawing/2014/main" id="{5A3700BD-5568-6560-7CF5-6475FC7AFE83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8BDD78-5FAC-8A55-991C-65E237B2F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8828"/>
            <a:ext cx="3341052" cy="3560346"/>
          </a:xfrm>
          <a:noFill/>
          <a:effectLst/>
        </p:spPr>
        <p:txBody>
          <a:bodyPr lIns="137160" tIns="137160" rIns="137160" bIns="13716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401DDE6C-6DCB-CBEA-3A26-1559A235D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39763"/>
            <a:ext cx="1263462" cy="1259341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0A7ED0F-B4AC-59A9-FD1B-7AD969C28E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861" y="639762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7CA595A-6D62-43D1-587B-082C97838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2078943"/>
            <a:ext cx="1263462" cy="1259341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029D4D-033C-35FC-E0DA-F46E0B6061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606861" y="2078942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D29D1A13-E761-EC6E-D12B-71C8846FD0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3518122"/>
            <a:ext cx="1263462" cy="1259341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134D6D-3210-16EF-80F3-C65CD6167A5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06861" y="3518121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99CE4D8C-A6A7-258C-A083-8DCB8CA9FE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957302"/>
            <a:ext cx="1263462" cy="1259341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32D25DE-BD5A-1E2A-B371-ECE4BD16724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606861" y="4957301"/>
            <a:ext cx="5945376" cy="125934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DE42B2-FFEF-6DC3-6A17-81D4F70D9468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15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5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AA48B5A8-E65E-E306-9DC0-FD012D199D59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22" name="TextBox 21" descr="page number">
            <a:extLst>
              <a:ext uri="{FF2B5EF4-FFF2-40B4-BE49-F238E27FC236}">
                <a16:creationId xmlns:a16="http://schemas.microsoft.com/office/drawing/2014/main" id="{A2FEA93E-426F-9A0E-E86C-E365B99C72EB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9FD9AD-6A55-B9FB-C392-3B35F5152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8828"/>
            <a:ext cx="3341052" cy="3560346"/>
          </a:xfrm>
          <a:noFill/>
          <a:effectLst/>
        </p:spPr>
        <p:txBody>
          <a:bodyPr lIns="137160" tIns="137160" rIns="137160" bIns="13716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E041CEC-2951-5B9F-2554-B900056DF0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44808"/>
            <a:ext cx="969620" cy="966457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891F22-D93C-CE66-8686-EC86198FEE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13019" y="644807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F5E3D8D-EE8B-2504-0E7B-8BD0E429E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1791427"/>
            <a:ext cx="969620" cy="966457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10C486B-DFD6-C301-F3CB-D01B2ACD541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313019" y="1791426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B5970A10-5E1C-A255-8FB8-D459ADDAE9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2938043"/>
            <a:ext cx="969620" cy="966457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EDFAD67-E3A1-0FF6-987D-7D581812A92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313019" y="2938042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C0136CF7-D8D3-C5F7-3C34-CB802C75DF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084662"/>
            <a:ext cx="969620" cy="966457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1449F-D7F4-640E-689B-662E6BE7F2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313019" y="4084661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A5218536-8ED5-63AC-DEB9-549E55FFA6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399" y="5259652"/>
            <a:ext cx="969620" cy="966457"/>
          </a:xfrm>
          <a:solidFill>
            <a:schemeClr val="accent1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6468BD1-0061-5A82-D408-E4B39AD360F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313019" y="5259651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9FB644-F03B-1393-34BC-CCD73CC3C4B7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30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5 takeaway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1361D68B-FFD6-9AAF-726A-77CACDBE403C}"/>
              </a:ext>
            </a:extLst>
          </p:cNvPr>
          <p:cNvSpPr/>
          <p:nvPr userDrawn="1"/>
        </p:nvSpPr>
        <p:spPr>
          <a:xfrm>
            <a:off x="641604" y="1648828"/>
            <a:ext cx="3337625" cy="3557824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5" name="TextBox 14" descr="page number">
            <a:extLst>
              <a:ext uri="{FF2B5EF4-FFF2-40B4-BE49-F238E27FC236}">
                <a16:creationId xmlns:a16="http://schemas.microsoft.com/office/drawing/2014/main" id="{916F9F35-7641-F2DA-880B-6F22B8514C9D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9FD9AD-6A55-B9FB-C392-3B35F5152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1648828"/>
            <a:ext cx="3341052" cy="3560346"/>
          </a:xfrm>
          <a:noFill/>
          <a:effectLst/>
        </p:spPr>
        <p:txBody>
          <a:bodyPr lIns="137160" tIns="137160" rIns="137160" bIns="137160" anchor="ctr" anchorCtr="0"/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E041CEC-2951-5B9F-2554-B900056DF0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3399" y="644808"/>
            <a:ext cx="969620" cy="966457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891F22-D93C-CE66-8686-EC86198FEE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13019" y="644807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F5E3D8D-EE8B-2504-0E7B-8BD0E429E0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43399" y="1791427"/>
            <a:ext cx="969620" cy="966457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10C486B-DFD6-C301-F3CB-D01B2ACD541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313019" y="1791426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B5970A10-5E1C-A255-8FB8-D459ADDAE9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399" y="2938043"/>
            <a:ext cx="969620" cy="966457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1EDFAD67-E3A1-0FF6-987D-7D581812A92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313019" y="2938042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C0136CF7-D8D3-C5F7-3C34-CB802C75DF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43399" y="4084662"/>
            <a:ext cx="969620" cy="966457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5A1449F-D7F4-640E-689B-662E6BE7F2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313019" y="4084661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A5218536-8ED5-63AC-DEB9-549E55FFA6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3399" y="5259652"/>
            <a:ext cx="969620" cy="966457"/>
          </a:xfrm>
          <a:solidFill>
            <a:schemeClr val="accent2"/>
          </a:solidFill>
        </p:spPr>
        <p:txBody>
          <a:bodyPr wrap="none" anchor="ctr">
            <a:noAutofit/>
          </a:bodyPr>
          <a:lstStyle>
            <a:lvl1pPr marL="0" indent="0" algn="ctr">
              <a:buFontTx/>
              <a:buNone/>
              <a:defRPr sz="4800" b="0">
                <a:solidFill>
                  <a:srgbClr val="000000"/>
                </a:solidFill>
                <a:latin typeface="+mj-lt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D6468BD1-0061-5A82-D408-E4B39AD360F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313019" y="5259651"/>
            <a:ext cx="6239218" cy="966461"/>
          </a:xfrm>
          <a:solidFill>
            <a:schemeClr val="bg2"/>
          </a:solidFill>
        </p:spPr>
        <p:txBody>
          <a:bodyPr lIns="18288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Nunito Sans Light" panose="00000400000000000000" pitchFamily="2" charset="0"/>
              <a:buChar char="​"/>
              <a:defRPr b="0" i="0">
                <a:solidFill>
                  <a:schemeClr val="tx1"/>
                </a:solidFill>
                <a:latin typeface="+mn-lt"/>
              </a:defRPr>
            </a:lvl1pPr>
            <a:lvl2pPr marL="457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2pPr>
            <a:lvl3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3pPr>
            <a:lvl4pPr marL="914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b="0" i="0">
                <a:solidFill>
                  <a:schemeClr val="tx1"/>
                </a:solidFill>
                <a:latin typeface="+mn-lt"/>
              </a:defRPr>
            </a:lvl4pPr>
            <a:lvl5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Calibri" panose="020F0502020204030204" pitchFamily="34" charset="0"/>
              <a:buChar char="–"/>
              <a:defRPr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5CD278-6550-239C-A3DB-263729DEB868}"/>
              </a:ext>
            </a:extLst>
          </p:cNvPr>
          <p:cNvSpPr/>
          <p:nvPr userDrawn="1"/>
        </p:nvSpPr>
        <p:spPr>
          <a:xfrm>
            <a:off x="457454" y="146467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34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2A0EF174-CBF7-3F5B-BDEF-0798B8998DEF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02778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nded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EA43F0-3CCC-A8B2-CFE2-029082185355}"/>
              </a:ext>
            </a:extLst>
          </p:cNvPr>
          <p:cNvSpPr/>
          <p:nvPr userDrawn="1"/>
        </p:nvSpPr>
        <p:spPr>
          <a:xfrm flipV="1">
            <a:off x="0" y="0"/>
            <a:ext cx="12192000" cy="13509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423175-2747-FDFB-78ED-557FA26BA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3998" r="91005"/>
          <a:stretch/>
        </p:blipFill>
        <p:spPr>
          <a:xfrm>
            <a:off x="763" y="5760291"/>
            <a:ext cx="1096518" cy="10972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FE59F6C-B14C-86BA-6001-96E0B09938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0" y="6400800"/>
            <a:ext cx="457200" cy="457200"/>
            <a:chOff x="1680" y="0"/>
            <a:chExt cx="4320" cy="4320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52846312-1152-1971-EA6F-E5DA0143237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80" y="0"/>
              <a:ext cx="432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E005C27-54AE-4838-B5D4-29552DBF0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0"/>
              <a:ext cx="4320" cy="43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A0991F4-279F-951B-E67A-63338CB53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1484"/>
              <a:ext cx="227" cy="227"/>
            </a:xfrm>
            <a:prstGeom prst="rect">
              <a:avLst/>
            </a:prstGeom>
            <a:solidFill>
              <a:srgbClr val="00C7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C263BC3F-47D2-B542-2581-140C4C7622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0" y="1467"/>
              <a:ext cx="2880" cy="1217"/>
            </a:xfrm>
            <a:custGeom>
              <a:avLst/>
              <a:gdLst>
                <a:gd name="T0" fmla="*/ 6366 w 11520"/>
                <a:gd name="T1" fmla="*/ 4023 h 4867"/>
                <a:gd name="T2" fmla="*/ 6082 w 11520"/>
                <a:gd name="T3" fmla="*/ 3938 h 4867"/>
                <a:gd name="T4" fmla="*/ 5974 w 11520"/>
                <a:gd name="T5" fmla="*/ 3727 h 4867"/>
                <a:gd name="T6" fmla="*/ 5954 w 11520"/>
                <a:gd name="T7" fmla="*/ 1528 h 4867"/>
                <a:gd name="T8" fmla="*/ 5130 w 11520"/>
                <a:gd name="T9" fmla="*/ 3947 h 4867"/>
                <a:gd name="T10" fmla="*/ 5224 w 11520"/>
                <a:gd name="T11" fmla="*/ 4279 h 4867"/>
                <a:gd name="T12" fmla="*/ 5390 w 11520"/>
                <a:gd name="T13" fmla="*/ 4527 h 4867"/>
                <a:gd name="T14" fmla="*/ 5659 w 11520"/>
                <a:gd name="T15" fmla="*/ 4708 h 4867"/>
                <a:gd name="T16" fmla="*/ 5989 w 11520"/>
                <a:gd name="T17" fmla="*/ 4800 h 4867"/>
                <a:gd name="T18" fmla="*/ 10658 w 11520"/>
                <a:gd name="T19" fmla="*/ 0 h 4867"/>
                <a:gd name="T20" fmla="*/ 4089 w 11520"/>
                <a:gd name="T21" fmla="*/ 1700 h 4867"/>
                <a:gd name="T22" fmla="*/ 3766 w 11520"/>
                <a:gd name="T23" fmla="*/ 1536 h 4867"/>
                <a:gd name="T24" fmla="*/ 3375 w 11520"/>
                <a:gd name="T25" fmla="*/ 1465 h 4867"/>
                <a:gd name="T26" fmla="*/ 2996 w 11520"/>
                <a:gd name="T27" fmla="*/ 1486 h 4867"/>
                <a:gd name="T28" fmla="*/ 2660 w 11520"/>
                <a:gd name="T29" fmla="*/ 1603 h 4867"/>
                <a:gd name="T30" fmla="*/ 2355 w 11520"/>
                <a:gd name="T31" fmla="*/ 1832 h 4867"/>
                <a:gd name="T32" fmla="*/ 2223 w 11520"/>
                <a:gd name="T33" fmla="*/ 3179 h 4867"/>
                <a:gd name="T34" fmla="*/ 2288 w 11520"/>
                <a:gd name="T35" fmla="*/ 2719 h 4867"/>
                <a:gd name="T36" fmla="*/ 2509 w 11520"/>
                <a:gd name="T37" fmla="*/ 2386 h 4867"/>
                <a:gd name="T38" fmla="*/ 2883 w 11520"/>
                <a:gd name="T39" fmla="*/ 2216 h 4867"/>
                <a:gd name="T40" fmla="*/ 3290 w 11520"/>
                <a:gd name="T41" fmla="*/ 2252 h 4867"/>
                <a:gd name="T42" fmla="*/ 3585 w 11520"/>
                <a:gd name="T43" fmla="*/ 2463 h 4867"/>
                <a:gd name="T44" fmla="*/ 3738 w 11520"/>
                <a:gd name="T45" fmla="*/ 2872 h 4867"/>
                <a:gd name="T46" fmla="*/ 4620 w 11520"/>
                <a:gd name="T47" fmla="*/ 4801 h 4867"/>
                <a:gd name="T48" fmla="*/ 4592 w 11520"/>
                <a:gd name="T49" fmla="*/ 2574 h 4867"/>
                <a:gd name="T50" fmla="*/ 4479 w 11520"/>
                <a:gd name="T51" fmla="*/ 2187 h 4867"/>
                <a:gd name="T52" fmla="*/ 4282 w 11520"/>
                <a:gd name="T53" fmla="*/ 1874 h 4867"/>
                <a:gd name="T54" fmla="*/ 10185 w 11520"/>
                <a:gd name="T55" fmla="*/ 2857 h 4867"/>
                <a:gd name="T56" fmla="*/ 10068 w 11520"/>
                <a:gd name="T57" fmla="*/ 2458 h 4867"/>
                <a:gd name="T58" fmla="*/ 9842 w 11520"/>
                <a:gd name="T59" fmla="*/ 2076 h 4867"/>
                <a:gd name="T60" fmla="*/ 9558 w 11520"/>
                <a:gd name="T61" fmla="*/ 1796 h 4867"/>
                <a:gd name="T62" fmla="*/ 9203 w 11520"/>
                <a:gd name="T63" fmla="*/ 1592 h 4867"/>
                <a:gd name="T64" fmla="*/ 8746 w 11520"/>
                <a:gd name="T65" fmla="*/ 1474 h 4867"/>
                <a:gd name="T66" fmla="*/ 8302 w 11520"/>
                <a:gd name="T67" fmla="*/ 1474 h 4867"/>
                <a:gd name="T68" fmla="*/ 7854 w 11520"/>
                <a:gd name="T69" fmla="*/ 1595 h 4867"/>
                <a:gd name="T70" fmla="*/ 7497 w 11520"/>
                <a:gd name="T71" fmla="*/ 1800 h 4867"/>
                <a:gd name="T72" fmla="*/ 7205 w 11520"/>
                <a:gd name="T73" fmla="*/ 2079 h 4867"/>
                <a:gd name="T74" fmla="*/ 6967 w 11520"/>
                <a:gd name="T75" fmla="*/ 2462 h 4867"/>
                <a:gd name="T76" fmla="*/ 6841 w 11520"/>
                <a:gd name="T77" fmla="*/ 2864 h 4867"/>
                <a:gd name="T78" fmla="*/ 6820 w 11520"/>
                <a:gd name="T79" fmla="*/ 3295 h 4867"/>
                <a:gd name="T80" fmla="*/ 6914 w 11520"/>
                <a:gd name="T81" fmla="*/ 3751 h 4867"/>
                <a:gd name="T82" fmla="*/ 7096 w 11520"/>
                <a:gd name="T83" fmla="*/ 4120 h 4867"/>
                <a:gd name="T84" fmla="*/ 7354 w 11520"/>
                <a:gd name="T85" fmla="*/ 4426 h 4867"/>
                <a:gd name="T86" fmla="*/ 7728 w 11520"/>
                <a:gd name="T87" fmla="*/ 4680 h 4867"/>
                <a:gd name="T88" fmla="*/ 8137 w 11520"/>
                <a:gd name="T89" fmla="*/ 4825 h 4867"/>
                <a:gd name="T90" fmla="*/ 8613 w 11520"/>
                <a:gd name="T91" fmla="*/ 4867 h 4867"/>
                <a:gd name="T92" fmla="*/ 9255 w 11520"/>
                <a:gd name="T93" fmla="*/ 4746 h 4867"/>
                <a:gd name="T94" fmla="*/ 9726 w 11520"/>
                <a:gd name="T95" fmla="*/ 4484 h 4867"/>
                <a:gd name="T96" fmla="*/ 9381 w 11520"/>
                <a:gd name="T97" fmla="*/ 3752 h 4867"/>
                <a:gd name="T98" fmla="*/ 9036 w 11520"/>
                <a:gd name="T99" fmla="*/ 4007 h 4867"/>
                <a:gd name="T100" fmla="*/ 8693 w 11520"/>
                <a:gd name="T101" fmla="*/ 4109 h 4867"/>
                <a:gd name="T102" fmla="*/ 8297 w 11520"/>
                <a:gd name="T103" fmla="*/ 4095 h 4867"/>
                <a:gd name="T104" fmla="*/ 7957 w 11520"/>
                <a:gd name="T105" fmla="*/ 3951 h 4867"/>
                <a:gd name="T106" fmla="*/ 7712 w 11520"/>
                <a:gd name="T107" fmla="*/ 3664 h 4867"/>
                <a:gd name="T108" fmla="*/ 7645 w 11520"/>
                <a:gd name="T109" fmla="*/ 2835 h 4867"/>
                <a:gd name="T110" fmla="*/ 7762 w 11520"/>
                <a:gd name="T111" fmla="*/ 2544 h 4867"/>
                <a:gd name="T112" fmla="*/ 8086 w 11520"/>
                <a:gd name="T113" fmla="*/ 2286 h 4867"/>
                <a:gd name="T114" fmla="*/ 8567 w 11520"/>
                <a:gd name="T115" fmla="*/ 2200 h 4867"/>
                <a:gd name="T116" fmla="*/ 9047 w 11520"/>
                <a:gd name="T117" fmla="*/ 2344 h 4867"/>
                <a:gd name="T118" fmla="*/ 9315 w 11520"/>
                <a:gd name="T119" fmla="*/ 2625 h 4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520" h="4867">
                  <a:moveTo>
                    <a:pt x="862" y="4801"/>
                  </a:moveTo>
                  <a:lnTo>
                    <a:pt x="862" y="1528"/>
                  </a:lnTo>
                  <a:lnTo>
                    <a:pt x="0" y="1528"/>
                  </a:lnTo>
                  <a:lnTo>
                    <a:pt x="0" y="4801"/>
                  </a:lnTo>
                  <a:lnTo>
                    <a:pt x="862" y="4801"/>
                  </a:lnTo>
                  <a:close/>
                  <a:moveTo>
                    <a:pt x="6578" y="4835"/>
                  </a:moveTo>
                  <a:lnTo>
                    <a:pt x="6578" y="4032"/>
                  </a:lnTo>
                  <a:lnTo>
                    <a:pt x="6578" y="4032"/>
                  </a:lnTo>
                  <a:lnTo>
                    <a:pt x="6487" y="4030"/>
                  </a:lnTo>
                  <a:lnTo>
                    <a:pt x="6404" y="4026"/>
                  </a:lnTo>
                  <a:lnTo>
                    <a:pt x="6366" y="4023"/>
                  </a:lnTo>
                  <a:lnTo>
                    <a:pt x="6330" y="4020"/>
                  </a:lnTo>
                  <a:lnTo>
                    <a:pt x="6298" y="4017"/>
                  </a:lnTo>
                  <a:lnTo>
                    <a:pt x="6266" y="4012"/>
                  </a:lnTo>
                  <a:lnTo>
                    <a:pt x="6266" y="4012"/>
                  </a:lnTo>
                  <a:lnTo>
                    <a:pt x="6234" y="4006"/>
                  </a:lnTo>
                  <a:lnTo>
                    <a:pt x="6204" y="3998"/>
                  </a:lnTo>
                  <a:lnTo>
                    <a:pt x="6175" y="3989"/>
                  </a:lnTo>
                  <a:lnTo>
                    <a:pt x="6149" y="3979"/>
                  </a:lnTo>
                  <a:lnTo>
                    <a:pt x="6124" y="3966"/>
                  </a:lnTo>
                  <a:lnTo>
                    <a:pt x="6102" y="3953"/>
                  </a:lnTo>
                  <a:lnTo>
                    <a:pt x="6082" y="3938"/>
                  </a:lnTo>
                  <a:lnTo>
                    <a:pt x="6064" y="3921"/>
                  </a:lnTo>
                  <a:lnTo>
                    <a:pt x="6064" y="3921"/>
                  </a:lnTo>
                  <a:lnTo>
                    <a:pt x="6048" y="3904"/>
                  </a:lnTo>
                  <a:lnTo>
                    <a:pt x="6032" y="3885"/>
                  </a:lnTo>
                  <a:lnTo>
                    <a:pt x="6019" y="3862"/>
                  </a:lnTo>
                  <a:lnTo>
                    <a:pt x="6008" y="3839"/>
                  </a:lnTo>
                  <a:lnTo>
                    <a:pt x="5996" y="3814"/>
                  </a:lnTo>
                  <a:lnTo>
                    <a:pt x="5987" y="3786"/>
                  </a:lnTo>
                  <a:lnTo>
                    <a:pt x="5980" y="3757"/>
                  </a:lnTo>
                  <a:lnTo>
                    <a:pt x="5974" y="3727"/>
                  </a:lnTo>
                  <a:lnTo>
                    <a:pt x="5974" y="3727"/>
                  </a:lnTo>
                  <a:lnTo>
                    <a:pt x="5970" y="3695"/>
                  </a:lnTo>
                  <a:lnTo>
                    <a:pt x="5965" y="3662"/>
                  </a:lnTo>
                  <a:lnTo>
                    <a:pt x="5962" y="3625"/>
                  </a:lnTo>
                  <a:lnTo>
                    <a:pt x="5959" y="3586"/>
                  </a:lnTo>
                  <a:lnTo>
                    <a:pt x="5957" y="3546"/>
                  </a:lnTo>
                  <a:lnTo>
                    <a:pt x="5955" y="3502"/>
                  </a:lnTo>
                  <a:lnTo>
                    <a:pt x="5954" y="3411"/>
                  </a:lnTo>
                  <a:lnTo>
                    <a:pt x="5954" y="2265"/>
                  </a:lnTo>
                  <a:lnTo>
                    <a:pt x="6578" y="2265"/>
                  </a:lnTo>
                  <a:lnTo>
                    <a:pt x="6578" y="1528"/>
                  </a:lnTo>
                  <a:lnTo>
                    <a:pt x="5954" y="1528"/>
                  </a:lnTo>
                  <a:lnTo>
                    <a:pt x="5954" y="253"/>
                  </a:lnTo>
                  <a:lnTo>
                    <a:pt x="5091" y="253"/>
                  </a:lnTo>
                  <a:lnTo>
                    <a:pt x="5091" y="3417"/>
                  </a:lnTo>
                  <a:lnTo>
                    <a:pt x="5091" y="3417"/>
                  </a:lnTo>
                  <a:lnTo>
                    <a:pt x="5092" y="3515"/>
                  </a:lnTo>
                  <a:lnTo>
                    <a:pt x="5096" y="3610"/>
                  </a:lnTo>
                  <a:lnTo>
                    <a:pt x="5101" y="3700"/>
                  </a:lnTo>
                  <a:lnTo>
                    <a:pt x="5109" y="3787"/>
                  </a:lnTo>
                  <a:lnTo>
                    <a:pt x="5119" y="3869"/>
                  </a:lnTo>
                  <a:lnTo>
                    <a:pt x="5125" y="3909"/>
                  </a:lnTo>
                  <a:lnTo>
                    <a:pt x="5130" y="3947"/>
                  </a:lnTo>
                  <a:lnTo>
                    <a:pt x="5137" y="3985"/>
                  </a:lnTo>
                  <a:lnTo>
                    <a:pt x="5145" y="4022"/>
                  </a:lnTo>
                  <a:lnTo>
                    <a:pt x="5153" y="4057"/>
                  </a:lnTo>
                  <a:lnTo>
                    <a:pt x="5161" y="4092"/>
                  </a:lnTo>
                  <a:lnTo>
                    <a:pt x="5161" y="4092"/>
                  </a:lnTo>
                  <a:lnTo>
                    <a:pt x="5170" y="4125"/>
                  </a:lnTo>
                  <a:lnTo>
                    <a:pt x="5178" y="4158"/>
                  </a:lnTo>
                  <a:lnTo>
                    <a:pt x="5190" y="4189"/>
                  </a:lnTo>
                  <a:lnTo>
                    <a:pt x="5201" y="4220"/>
                  </a:lnTo>
                  <a:lnTo>
                    <a:pt x="5212" y="4250"/>
                  </a:lnTo>
                  <a:lnTo>
                    <a:pt x="5224" y="4279"/>
                  </a:lnTo>
                  <a:lnTo>
                    <a:pt x="5238" y="4307"/>
                  </a:lnTo>
                  <a:lnTo>
                    <a:pt x="5252" y="4335"/>
                  </a:lnTo>
                  <a:lnTo>
                    <a:pt x="5267" y="4362"/>
                  </a:lnTo>
                  <a:lnTo>
                    <a:pt x="5283" y="4388"/>
                  </a:lnTo>
                  <a:lnTo>
                    <a:pt x="5298" y="4413"/>
                  </a:lnTo>
                  <a:lnTo>
                    <a:pt x="5315" y="4437"/>
                  </a:lnTo>
                  <a:lnTo>
                    <a:pt x="5333" y="4460"/>
                  </a:lnTo>
                  <a:lnTo>
                    <a:pt x="5351" y="4483"/>
                  </a:lnTo>
                  <a:lnTo>
                    <a:pt x="5370" y="4505"/>
                  </a:lnTo>
                  <a:lnTo>
                    <a:pt x="5390" y="4527"/>
                  </a:lnTo>
                  <a:lnTo>
                    <a:pt x="5390" y="4527"/>
                  </a:lnTo>
                  <a:lnTo>
                    <a:pt x="5410" y="4547"/>
                  </a:lnTo>
                  <a:lnTo>
                    <a:pt x="5432" y="4566"/>
                  </a:lnTo>
                  <a:lnTo>
                    <a:pt x="5454" y="4585"/>
                  </a:lnTo>
                  <a:lnTo>
                    <a:pt x="5477" y="4603"/>
                  </a:lnTo>
                  <a:lnTo>
                    <a:pt x="5501" y="4620"/>
                  </a:lnTo>
                  <a:lnTo>
                    <a:pt x="5525" y="4636"/>
                  </a:lnTo>
                  <a:lnTo>
                    <a:pt x="5550" y="4652"/>
                  </a:lnTo>
                  <a:lnTo>
                    <a:pt x="5576" y="4668"/>
                  </a:lnTo>
                  <a:lnTo>
                    <a:pt x="5603" y="4682"/>
                  </a:lnTo>
                  <a:lnTo>
                    <a:pt x="5631" y="4696"/>
                  </a:lnTo>
                  <a:lnTo>
                    <a:pt x="5659" y="4708"/>
                  </a:lnTo>
                  <a:lnTo>
                    <a:pt x="5688" y="4720"/>
                  </a:lnTo>
                  <a:lnTo>
                    <a:pt x="5717" y="4733"/>
                  </a:lnTo>
                  <a:lnTo>
                    <a:pt x="5748" y="4743"/>
                  </a:lnTo>
                  <a:lnTo>
                    <a:pt x="5779" y="4753"/>
                  </a:lnTo>
                  <a:lnTo>
                    <a:pt x="5812" y="4762"/>
                  </a:lnTo>
                  <a:lnTo>
                    <a:pt x="5812" y="4762"/>
                  </a:lnTo>
                  <a:lnTo>
                    <a:pt x="5844" y="4771"/>
                  </a:lnTo>
                  <a:lnTo>
                    <a:pt x="5879" y="4779"/>
                  </a:lnTo>
                  <a:lnTo>
                    <a:pt x="5915" y="4786"/>
                  </a:lnTo>
                  <a:lnTo>
                    <a:pt x="5950" y="4793"/>
                  </a:lnTo>
                  <a:lnTo>
                    <a:pt x="5989" y="4800"/>
                  </a:lnTo>
                  <a:lnTo>
                    <a:pt x="6027" y="4807"/>
                  </a:lnTo>
                  <a:lnTo>
                    <a:pt x="6066" y="4811"/>
                  </a:lnTo>
                  <a:lnTo>
                    <a:pt x="6107" y="4817"/>
                  </a:lnTo>
                  <a:lnTo>
                    <a:pt x="6191" y="4825"/>
                  </a:lnTo>
                  <a:lnTo>
                    <a:pt x="6280" y="4830"/>
                  </a:lnTo>
                  <a:lnTo>
                    <a:pt x="6373" y="4834"/>
                  </a:lnTo>
                  <a:lnTo>
                    <a:pt x="6469" y="4835"/>
                  </a:lnTo>
                  <a:lnTo>
                    <a:pt x="6578" y="4835"/>
                  </a:lnTo>
                  <a:close/>
                  <a:moveTo>
                    <a:pt x="11520" y="4801"/>
                  </a:moveTo>
                  <a:lnTo>
                    <a:pt x="11520" y="0"/>
                  </a:lnTo>
                  <a:lnTo>
                    <a:pt x="10658" y="0"/>
                  </a:lnTo>
                  <a:lnTo>
                    <a:pt x="10658" y="4801"/>
                  </a:lnTo>
                  <a:lnTo>
                    <a:pt x="11520" y="4801"/>
                  </a:lnTo>
                  <a:close/>
                  <a:moveTo>
                    <a:pt x="4260" y="1850"/>
                  </a:moveTo>
                  <a:lnTo>
                    <a:pt x="4260" y="1850"/>
                  </a:lnTo>
                  <a:lnTo>
                    <a:pt x="4237" y="1826"/>
                  </a:lnTo>
                  <a:lnTo>
                    <a:pt x="4214" y="1804"/>
                  </a:lnTo>
                  <a:lnTo>
                    <a:pt x="4190" y="1781"/>
                  </a:lnTo>
                  <a:lnTo>
                    <a:pt x="4166" y="1759"/>
                  </a:lnTo>
                  <a:lnTo>
                    <a:pt x="4141" y="1739"/>
                  </a:lnTo>
                  <a:lnTo>
                    <a:pt x="4115" y="1719"/>
                  </a:lnTo>
                  <a:lnTo>
                    <a:pt x="4089" y="1700"/>
                  </a:lnTo>
                  <a:lnTo>
                    <a:pt x="4062" y="1681"/>
                  </a:lnTo>
                  <a:lnTo>
                    <a:pt x="4036" y="1663"/>
                  </a:lnTo>
                  <a:lnTo>
                    <a:pt x="4008" y="1646"/>
                  </a:lnTo>
                  <a:lnTo>
                    <a:pt x="3980" y="1629"/>
                  </a:lnTo>
                  <a:lnTo>
                    <a:pt x="3950" y="1614"/>
                  </a:lnTo>
                  <a:lnTo>
                    <a:pt x="3921" y="1599"/>
                  </a:lnTo>
                  <a:lnTo>
                    <a:pt x="3891" y="1585"/>
                  </a:lnTo>
                  <a:lnTo>
                    <a:pt x="3860" y="1572"/>
                  </a:lnTo>
                  <a:lnTo>
                    <a:pt x="3829" y="1560"/>
                  </a:lnTo>
                  <a:lnTo>
                    <a:pt x="3797" y="1547"/>
                  </a:lnTo>
                  <a:lnTo>
                    <a:pt x="3766" y="1536"/>
                  </a:lnTo>
                  <a:lnTo>
                    <a:pt x="3732" y="1526"/>
                  </a:lnTo>
                  <a:lnTo>
                    <a:pt x="3699" y="1517"/>
                  </a:lnTo>
                  <a:lnTo>
                    <a:pt x="3665" y="1508"/>
                  </a:lnTo>
                  <a:lnTo>
                    <a:pt x="3631" y="1500"/>
                  </a:lnTo>
                  <a:lnTo>
                    <a:pt x="3595" y="1492"/>
                  </a:lnTo>
                  <a:lnTo>
                    <a:pt x="3561" y="1486"/>
                  </a:lnTo>
                  <a:lnTo>
                    <a:pt x="3525" y="1480"/>
                  </a:lnTo>
                  <a:lnTo>
                    <a:pt x="3488" y="1475"/>
                  </a:lnTo>
                  <a:lnTo>
                    <a:pt x="3451" y="1471"/>
                  </a:lnTo>
                  <a:lnTo>
                    <a:pt x="3413" y="1468"/>
                  </a:lnTo>
                  <a:lnTo>
                    <a:pt x="3375" y="1465"/>
                  </a:lnTo>
                  <a:lnTo>
                    <a:pt x="3336" y="1463"/>
                  </a:lnTo>
                  <a:lnTo>
                    <a:pt x="3297" y="1462"/>
                  </a:lnTo>
                  <a:lnTo>
                    <a:pt x="3257" y="1462"/>
                  </a:lnTo>
                  <a:lnTo>
                    <a:pt x="3257" y="1462"/>
                  </a:lnTo>
                  <a:lnTo>
                    <a:pt x="3219" y="1462"/>
                  </a:lnTo>
                  <a:lnTo>
                    <a:pt x="3181" y="1463"/>
                  </a:lnTo>
                  <a:lnTo>
                    <a:pt x="3143" y="1467"/>
                  </a:lnTo>
                  <a:lnTo>
                    <a:pt x="3106" y="1470"/>
                  </a:lnTo>
                  <a:lnTo>
                    <a:pt x="3069" y="1474"/>
                  </a:lnTo>
                  <a:lnTo>
                    <a:pt x="3033" y="1479"/>
                  </a:lnTo>
                  <a:lnTo>
                    <a:pt x="2996" y="1486"/>
                  </a:lnTo>
                  <a:lnTo>
                    <a:pt x="2961" y="1493"/>
                  </a:lnTo>
                  <a:lnTo>
                    <a:pt x="2925" y="1501"/>
                  </a:lnTo>
                  <a:lnTo>
                    <a:pt x="2890" y="1511"/>
                  </a:lnTo>
                  <a:lnTo>
                    <a:pt x="2856" y="1521"/>
                  </a:lnTo>
                  <a:lnTo>
                    <a:pt x="2822" y="1533"/>
                  </a:lnTo>
                  <a:lnTo>
                    <a:pt x="2788" y="1545"/>
                  </a:lnTo>
                  <a:lnTo>
                    <a:pt x="2756" y="1558"/>
                  </a:lnTo>
                  <a:lnTo>
                    <a:pt x="2724" y="1572"/>
                  </a:lnTo>
                  <a:lnTo>
                    <a:pt x="2691" y="1588"/>
                  </a:lnTo>
                  <a:lnTo>
                    <a:pt x="2691" y="1588"/>
                  </a:lnTo>
                  <a:lnTo>
                    <a:pt x="2660" y="1603"/>
                  </a:lnTo>
                  <a:lnTo>
                    <a:pt x="2629" y="1620"/>
                  </a:lnTo>
                  <a:lnTo>
                    <a:pt x="2599" y="1638"/>
                  </a:lnTo>
                  <a:lnTo>
                    <a:pt x="2569" y="1657"/>
                  </a:lnTo>
                  <a:lnTo>
                    <a:pt x="2540" y="1676"/>
                  </a:lnTo>
                  <a:lnTo>
                    <a:pt x="2512" y="1696"/>
                  </a:lnTo>
                  <a:lnTo>
                    <a:pt x="2484" y="1716"/>
                  </a:lnTo>
                  <a:lnTo>
                    <a:pt x="2457" y="1738"/>
                  </a:lnTo>
                  <a:lnTo>
                    <a:pt x="2430" y="1760"/>
                  </a:lnTo>
                  <a:lnTo>
                    <a:pt x="2404" y="1784"/>
                  </a:lnTo>
                  <a:lnTo>
                    <a:pt x="2378" y="1807"/>
                  </a:lnTo>
                  <a:lnTo>
                    <a:pt x="2355" y="1832"/>
                  </a:lnTo>
                  <a:lnTo>
                    <a:pt x="2330" y="1856"/>
                  </a:lnTo>
                  <a:lnTo>
                    <a:pt x="2307" y="1882"/>
                  </a:lnTo>
                  <a:lnTo>
                    <a:pt x="2284" y="1909"/>
                  </a:lnTo>
                  <a:lnTo>
                    <a:pt x="2263" y="1937"/>
                  </a:lnTo>
                  <a:lnTo>
                    <a:pt x="2216" y="1998"/>
                  </a:lnTo>
                  <a:lnTo>
                    <a:pt x="2216" y="1943"/>
                  </a:lnTo>
                  <a:lnTo>
                    <a:pt x="2216" y="1528"/>
                  </a:lnTo>
                  <a:lnTo>
                    <a:pt x="1365" y="1528"/>
                  </a:lnTo>
                  <a:lnTo>
                    <a:pt x="1365" y="4801"/>
                  </a:lnTo>
                  <a:lnTo>
                    <a:pt x="2223" y="4801"/>
                  </a:lnTo>
                  <a:lnTo>
                    <a:pt x="2223" y="3179"/>
                  </a:lnTo>
                  <a:lnTo>
                    <a:pt x="2223" y="3179"/>
                  </a:lnTo>
                  <a:lnTo>
                    <a:pt x="2224" y="3119"/>
                  </a:lnTo>
                  <a:lnTo>
                    <a:pt x="2224" y="3119"/>
                  </a:lnTo>
                  <a:lnTo>
                    <a:pt x="2226" y="3063"/>
                  </a:lnTo>
                  <a:lnTo>
                    <a:pt x="2230" y="3008"/>
                  </a:lnTo>
                  <a:lnTo>
                    <a:pt x="2236" y="2956"/>
                  </a:lnTo>
                  <a:lnTo>
                    <a:pt x="2243" y="2905"/>
                  </a:lnTo>
                  <a:lnTo>
                    <a:pt x="2252" y="2856"/>
                  </a:lnTo>
                  <a:lnTo>
                    <a:pt x="2262" y="2809"/>
                  </a:lnTo>
                  <a:lnTo>
                    <a:pt x="2274" y="2763"/>
                  </a:lnTo>
                  <a:lnTo>
                    <a:pt x="2288" y="2719"/>
                  </a:lnTo>
                  <a:lnTo>
                    <a:pt x="2302" y="2678"/>
                  </a:lnTo>
                  <a:lnTo>
                    <a:pt x="2319" y="2639"/>
                  </a:lnTo>
                  <a:lnTo>
                    <a:pt x="2337" y="2600"/>
                  </a:lnTo>
                  <a:lnTo>
                    <a:pt x="2357" y="2565"/>
                  </a:lnTo>
                  <a:lnTo>
                    <a:pt x="2378" y="2531"/>
                  </a:lnTo>
                  <a:lnTo>
                    <a:pt x="2401" y="2498"/>
                  </a:lnTo>
                  <a:lnTo>
                    <a:pt x="2425" y="2468"/>
                  </a:lnTo>
                  <a:lnTo>
                    <a:pt x="2451" y="2440"/>
                  </a:lnTo>
                  <a:lnTo>
                    <a:pt x="2451" y="2440"/>
                  </a:lnTo>
                  <a:lnTo>
                    <a:pt x="2480" y="2412"/>
                  </a:lnTo>
                  <a:lnTo>
                    <a:pt x="2509" y="2386"/>
                  </a:lnTo>
                  <a:lnTo>
                    <a:pt x="2540" y="2362"/>
                  </a:lnTo>
                  <a:lnTo>
                    <a:pt x="2571" y="2339"/>
                  </a:lnTo>
                  <a:lnTo>
                    <a:pt x="2602" y="2318"/>
                  </a:lnTo>
                  <a:lnTo>
                    <a:pt x="2635" y="2299"/>
                  </a:lnTo>
                  <a:lnTo>
                    <a:pt x="2669" y="2282"/>
                  </a:lnTo>
                  <a:lnTo>
                    <a:pt x="2702" y="2267"/>
                  </a:lnTo>
                  <a:lnTo>
                    <a:pt x="2737" y="2253"/>
                  </a:lnTo>
                  <a:lnTo>
                    <a:pt x="2773" y="2241"/>
                  </a:lnTo>
                  <a:lnTo>
                    <a:pt x="2809" y="2231"/>
                  </a:lnTo>
                  <a:lnTo>
                    <a:pt x="2846" y="2223"/>
                  </a:lnTo>
                  <a:lnTo>
                    <a:pt x="2883" y="2216"/>
                  </a:lnTo>
                  <a:lnTo>
                    <a:pt x="2921" y="2212"/>
                  </a:lnTo>
                  <a:lnTo>
                    <a:pt x="2959" y="2209"/>
                  </a:lnTo>
                  <a:lnTo>
                    <a:pt x="2998" y="2208"/>
                  </a:lnTo>
                  <a:lnTo>
                    <a:pt x="2998" y="2208"/>
                  </a:lnTo>
                  <a:lnTo>
                    <a:pt x="3044" y="2208"/>
                  </a:lnTo>
                  <a:lnTo>
                    <a:pt x="3089" y="2212"/>
                  </a:lnTo>
                  <a:lnTo>
                    <a:pt x="3132" y="2216"/>
                  </a:lnTo>
                  <a:lnTo>
                    <a:pt x="3174" y="2222"/>
                  </a:lnTo>
                  <a:lnTo>
                    <a:pt x="3214" y="2231"/>
                  </a:lnTo>
                  <a:lnTo>
                    <a:pt x="3253" y="2240"/>
                  </a:lnTo>
                  <a:lnTo>
                    <a:pt x="3290" y="2252"/>
                  </a:lnTo>
                  <a:lnTo>
                    <a:pt x="3327" y="2264"/>
                  </a:lnTo>
                  <a:lnTo>
                    <a:pt x="3361" y="2280"/>
                  </a:lnTo>
                  <a:lnTo>
                    <a:pt x="3395" y="2297"/>
                  </a:lnTo>
                  <a:lnTo>
                    <a:pt x="3426" y="2315"/>
                  </a:lnTo>
                  <a:lnTo>
                    <a:pt x="3456" y="2336"/>
                  </a:lnTo>
                  <a:lnTo>
                    <a:pt x="3485" y="2357"/>
                  </a:lnTo>
                  <a:lnTo>
                    <a:pt x="3512" y="2382"/>
                  </a:lnTo>
                  <a:lnTo>
                    <a:pt x="3539" y="2407"/>
                  </a:lnTo>
                  <a:lnTo>
                    <a:pt x="3563" y="2435"/>
                  </a:lnTo>
                  <a:lnTo>
                    <a:pt x="3563" y="2435"/>
                  </a:lnTo>
                  <a:lnTo>
                    <a:pt x="3585" y="2463"/>
                  </a:lnTo>
                  <a:lnTo>
                    <a:pt x="3606" y="2493"/>
                  </a:lnTo>
                  <a:lnTo>
                    <a:pt x="3625" y="2524"/>
                  </a:lnTo>
                  <a:lnTo>
                    <a:pt x="3645" y="2557"/>
                  </a:lnTo>
                  <a:lnTo>
                    <a:pt x="3660" y="2591"/>
                  </a:lnTo>
                  <a:lnTo>
                    <a:pt x="3676" y="2626"/>
                  </a:lnTo>
                  <a:lnTo>
                    <a:pt x="3690" y="2664"/>
                  </a:lnTo>
                  <a:lnTo>
                    <a:pt x="3703" y="2702"/>
                  </a:lnTo>
                  <a:lnTo>
                    <a:pt x="3713" y="2743"/>
                  </a:lnTo>
                  <a:lnTo>
                    <a:pt x="3723" y="2784"/>
                  </a:lnTo>
                  <a:lnTo>
                    <a:pt x="3731" y="2827"/>
                  </a:lnTo>
                  <a:lnTo>
                    <a:pt x="3738" y="2872"/>
                  </a:lnTo>
                  <a:lnTo>
                    <a:pt x="3743" y="2916"/>
                  </a:lnTo>
                  <a:lnTo>
                    <a:pt x="3747" y="2963"/>
                  </a:lnTo>
                  <a:lnTo>
                    <a:pt x="3750" y="3012"/>
                  </a:lnTo>
                  <a:lnTo>
                    <a:pt x="3750" y="3062"/>
                  </a:lnTo>
                  <a:lnTo>
                    <a:pt x="3751" y="3062"/>
                  </a:lnTo>
                  <a:lnTo>
                    <a:pt x="3751" y="3069"/>
                  </a:lnTo>
                  <a:lnTo>
                    <a:pt x="3751" y="3069"/>
                  </a:lnTo>
                  <a:lnTo>
                    <a:pt x="3751" y="3070"/>
                  </a:lnTo>
                  <a:lnTo>
                    <a:pt x="3751" y="3070"/>
                  </a:lnTo>
                  <a:lnTo>
                    <a:pt x="3751" y="4801"/>
                  </a:lnTo>
                  <a:lnTo>
                    <a:pt x="4620" y="4801"/>
                  </a:lnTo>
                  <a:lnTo>
                    <a:pt x="4620" y="2943"/>
                  </a:lnTo>
                  <a:lnTo>
                    <a:pt x="4620" y="2943"/>
                  </a:lnTo>
                  <a:lnTo>
                    <a:pt x="4620" y="2900"/>
                  </a:lnTo>
                  <a:lnTo>
                    <a:pt x="4619" y="2857"/>
                  </a:lnTo>
                  <a:lnTo>
                    <a:pt x="4617" y="2814"/>
                  </a:lnTo>
                  <a:lnTo>
                    <a:pt x="4615" y="2773"/>
                  </a:lnTo>
                  <a:lnTo>
                    <a:pt x="4612" y="2732"/>
                  </a:lnTo>
                  <a:lnTo>
                    <a:pt x="4608" y="2691"/>
                  </a:lnTo>
                  <a:lnTo>
                    <a:pt x="4604" y="2651"/>
                  </a:lnTo>
                  <a:lnTo>
                    <a:pt x="4598" y="2612"/>
                  </a:lnTo>
                  <a:lnTo>
                    <a:pt x="4592" y="2574"/>
                  </a:lnTo>
                  <a:lnTo>
                    <a:pt x="4586" y="2535"/>
                  </a:lnTo>
                  <a:lnTo>
                    <a:pt x="4578" y="2497"/>
                  </a:lnTo>
                  <a:lnTo>
                    <a:pt x="4570" y="2460"/>
                  </a:lnTo>
                  <a:lnTo>
                    <a:pt x="4561" y="2425"/>
                  </a:lnTo>
                  <a:lnTo>
                    <a:pt x="4551" y="2389"/>
                  </a:lnTo>
                  <a:lnTo>
                    <a:pt x="4541" y="2353"/>
                  </a:lnTo>
                  <a:lnTo>
                    <a:pt x="4530" y="2319"/>
                  </a:lnTo>
                  <a:lnTo>
                    <a:pt x="4519" y="2284"/>
                  </a:lnTo>
                  <a:lnTo>
                    <a:pt x="4506" y="2252"/>
                  </a:lnTo>
                  <a:lnTo>
                    <a:pt x="4493" y="2218"/>
                  </a:lnTo>
                  <a:lnTo>
                    <a:pt x="4479" y="2187"/>
                  </a:lnTo>
                  <a:lnTo>
                    <a:pt x="4465" y="2156"/>
                  </a:lnTo>
                  <a:lnTo>
                    <a:pt x="4450" y="2124"/>
                  </a:lnTo>
                  <a:lnTo>
                    <a:pt x="4434" y="2094"/>
                  </a:lnTo>
                  <a:lnTo>
                    <a:pt x="4418" y="2065"/>
                  </a:lnTo>
                  <a:lnTo>
                    <a:pt x="4400" y="2036"/>
                  </a:lnTo>
                  <a:lnTo>
                    <a:pt x="4382" y="2007"/>
                  </a:lnTo>
                  <a:lnTo>
                    <a:pt x="4364" y="1980"/>
                  </a:lnTo>
                  <a:lnTo>
                    <a:pt x="4345" y="1953"/>
                  </a:lnTo>
                  <a:lnTo>
                    <a:pt x="4325" y="1926"/>
                  </a:lnTo>
                  <a:lnTo>
                    <a:pt x="4303" y="1900"/>
                  </a:lnTo>
                  <a:lnTo>
                    <a:pt x="4282" y="1874"/>
                  </a:lnTo>
                  <a:lnTo>
                    <a:pt x="4260" y="1850"/>
                  </a:lnTo>
                  <a:lnTo>
                    <a:pt x="4260" y="1850"/>
                  </a:lnTo>
                  <a:close/>
                  <a:moveTo>
                    <a:pt x="10208" y="3158"/>
                  </a:moveTo>
                  <a:lnTo>
                    <a:pt x="10208" y="3158"/>
                  </a:lnTo>
                  <a:lnTo>
                    <a:pt x="10208" y="3114"/>
                  </a:lnTo>
                  <a:lnTo>
                    <a:pt x="10207" y="3071"/>
                  </a:lnTo>
                  <a:lnTo>
                    <a:pt x="10204" y="3027"/>
                  </a:lnTo>
                  <a:lnTo>
                    <a:pt x="10200" y="2985"/>
                  </a:lnTo>
                  <a:lnTo>
                    <a:pt x="10196" y="2942"/>
                  </a:lnTo>
                  <a:lnTo>
                    <a:pt x="10191" y="2900"/>
                  </a:lnTo>
                  <a:lnTo>
                    <a:pt x="10185" y="2857"/>
                  </a:lnTo>
                  <a:lnTo>
                    <a:pt x="10177" y="2816"/>
                  </a:lnTo>
                  <a:lnTo>
                    <a:pt x="10169" y="2774"/>
                  </a:lnTo>
                  <a:lnTo>
                    <a:pt x="10160" y="2734"/>
                  </a:lnTo>
                  <a:lnTo>
                    <a:pt x="10150" y="2693"/>
                  </a:lnTo>
                  <a:lnTo>
                    <a:pt x="10139" y="2653"/>
                  </a:lnTo>
                  <a:lnTo>
                    <a:pt x="10126" y="2613"/>
                  </a:lnTo>
                  <a:lnTo>
                    <a:pt x="10113" y="2574"/>
                  </a:lnTo>
                  <a:lnTo>
                    <a:pt x="10100" y="2534"/>
                  </a:lnTo>
                  <a:lnTo>
                    <a:pt x="10084" y="2496"/>
                  </a:lnTo>
                  <a:lnTo>
                    <a:pt x="10084" y="2496"/>
                  </a:lnTo>
                  <a:lnTo>
                    <a:pt x="10068" y="2458"/>
                  </a:lnTo>
                  <a:lnTo>
                    <a:pt x="10051" y="2420"/>
                  </a:lnTo>
                  <a:lnTo>
                    <a:pt x="10035" y="2383"/>
                  </a:lnTo>
                  <a:lnTo>
                    <a:pt x="10016" y="2347"/>
                  </a:lnTo>
                  <a:lnTo>
                    <a:pt x="9997" y="2311"/>
                  </a:lnTo>
                  <a:lnTo>
                    <a:pt x="9977" y="2276"/>
                  </a:lnTo>
                  <a:lnTo>
                    <a:pt x="9956" y="2241"/>
                  </a:lnTo>
                  <a:lnTo>
                    <a:pt x="9935" y="2207"/>
                  </a:lnTo>
                  <a:lnTo>
                    <a:pt x="9912" y="2174"/>
                  </a:lnTo>
                  <a:lnTo>
                    <a:pt x="9890" y="2141"/>
                  </a:lnTo>
                  <a:lnTo>
                    <a:pt x="9867" y="2109"/>
                  </a:lnTo>
                  <a:lnTo>
                    <a:pt x="9842" y="2076"/>
                  </a:lnTo>
                  <a:lnTo>
                    <a:pt x="9817" y="2046"/>
                  </a:lnTo>
                  <a:lnTo>
                    <a:pt x="9791" y="2014"/>
                  </a:lnTo>
                  <a:lnTo>
                    <a:pt x="9765" y="1985"/>
                  </a:lnTo>
                  <a:lnTo>
                    <a:pt x="9737" y="1956"/>
                  </a:lnTo>
                  <a:lnTo>
                    <a:pt x="9737" y="1956"/>
                  </a:lnTo>
                  <a:lnTo>
                    <a:pt x="9709" y="1927"/>
                  </a:lnTo>
                  <a:lnTo>
                    <a:pt x="9681" y="1899"/>
                  </a:lnTo>
                  <a:lnTo>
                    <a:pt x="9650" y="1872"/>
                  </a:lnTo>
                  <a:lnTo>
                    <a:pt x="9620" y="1846"/>
                  </a:lnTo>
                  <a:lnTo>
                    <a:pt x="9590" y="1821"/>
                  </a:lnTo>
                  <a:lnTo>
                    <a:pt x="9558" y="1796"/>
                  </a:lnTo>
                  <a:lnTo>
                    <a:pt x="9526" y="1772"/>
                  </a:lnTo>
                  <a:lnTo>
                    <a:pt x="9492" y="1749"/>
                  </a:lnTo>
                  <a:lnTo>
                    <a:pt x="9459" y="1726"/>
                  </a:lnTo>
                  <a:lnTo>
                    <a:pt x="9424" y="1705"/>
                  </a:lnTo>
                  <a:lnTo>
                    <a:pt x="9389" y="1684"/>
                  </a:lnTo>
                  <a:lnTo>
                    <a:pt x="9353" y="1664"/>
                  </a:lnTo>
                  <a:lnTo>
                    <a:pt x="9316" y="1645"/>
                  </a:lnTo>
                  <a:lnTo>
                    <a:pt x="9279" y="1627"/>
                  </a:lnTo>
                  <a:lnTo>
                    <a:pt x="9242" y="1609"/>
                  </a:lnTo>
                  <a:lnTo>
                    <a:pt x="9203" y="1592"/>
                  </a:lnTo>
                  <a:lnTo>
                    <a:pt x="9203" y="1592"/>
                  </a:lnTo>
                  <a:lnTo>
                    <a:pt x="9165" y="1576"/>
                  </a:lnTo>
                  <a:lnTo>
                    <a:pt x="9125" y="1562"/>
                  </a:lnTo>
                  <a:lnTo>
                    <a:pt x="9086" y="1548"/>
                  </a:lnTo>
                  <a:lnTo>
                    <a:pt x="9044" y="1535"/>
                  </a:lnTo>
                  <a:lnTo>
                    <a:pt x="9004" y="1524"/>
                  </a:lnTo>
                  <a:lnTo>
                    <a:pt x="8961" y="1512"/>
                  </a:lnTo>
                  <a:lnTo>
                    <a:pt x="8920" y="1503"/>
                  </a:lnTo>
                  <a:lnTo>
                    <a:pt x="8877" y="1495"/>
                  </a:lnTo>
                  <a:lnTo>
                    <a:pt x="8833" y="1487"/>
                  </a:lnTo>
                  <a:lnTo>
                    <a:pt x="8790" y="1480"/>
                  </a:lnTo>
                  <a:lnTo>
                    <a:pt x="8746" y="1474"/>
                  </a:lnTo>
                  <a:lnTo>
                    <a:pt x="8701" y="1470"/>
                  </a:lnTo>
                  <a:lnTo>
                    <a:pt x="8656" y="1467"/>
                  </a:lnTo>
                  <a:lnTo>
                    <a:pt x="8610" y="1463"/>
                  </a:lnTo>
                  <a:lnTo>
                    <a:pt x="8566" y="1462"/>
                  </a:lnTo>
                  <a:lnTo>
                    <a:pt x="8519" y="1462"/>
                  </a:lnTo>
                  <a:lnTo>
                    <a:pt x="8519" y="1462"/>
                  </a:lnTo>
                  <a:lnTo>
                    <a:pt x="8475" y="1462"/>
                  </a:lnTo>
                  <a:lnTo>
                    <a:pt x="8431" y="1463"/>
                  </a:lnTo>
                  <a:lnTo>
                    <a:pt x="8389" y="1467"/>
                  </a:lnTo>
                  <a:lnTo>
                    <a:pt x="8345" y="1470"/>
                  </a:lnTo>
                  <a:lnTo>
                    <a:pt x="8302" y="1474"/>
                  </a:lnTo>
                  <a:lnTo>
                    <a:pt x="8260" y="1480"/>
                  </a:lnTo>
                  <a:lnTo>
                    <a:pt x="8218" y="1488"/>
                  </a:lnTo>
                  <a:lnTo>
                    <a:pt x="8176" y="1496"/>
                  </a:lnTo>
                  <a:lnTo>
                    <a:pt x="8134" y="1505"/>
                  </a:lnTo>
                  <a:lnTo>
                    <a:pt x="8093" y="1514"/>
                  </a:lnTo>
                  <a:lnTo>
                    <a:pt x="8052" y="1525"/>
                  </a:lnTo>
                  <a:lnTo>
                    <a:pt x="8012" y="1537"/>
                  </a:lnTo>
                  <a:lnTo>
                    <a:pt x="7972" y="1551"/>
                  </a:lnTo>
                  <a:lnTo>
                    <a:pt x="7933" y="1564"/>
                  </a:lnTo>
                  <a:lnTo>
                    <a:pt x="7893" y="1580"/>
                  </a:lnTo>
                  <a:lnTo>
                    <a:pt x="7854" y="1595"/>
                  </a:lnTo>
                  <a:lnTo>
                    <a:pt x="7854" y="1595"/>
                  </a:lnTo>
                  <a:lnTo>
                    <a:pt x="7816" y="1613"/>
                  </a:lnTo>
                  <a:lnTo>
                    <a:pt x="7778" y="1631"/>
                  </a:lnTo>
                  <a:lnTo>
                    <a:pt x="7741" y="1649"/>
                  </a:lnTo>
                  <a:lnTo>
                    <a:pt x="7704" y="1668"/>
                  </a:lnTo>
                  <a:lnTo>
                    <a:pt x="7668" y="1688"/>
                  </a:lnTo>
                  <a:lnTo>
                    <a:pt x="7632" y="1710"/>
                  </a:lnTo>
                  <a:lnTo>
                    <a:pt x="7598" y="1731"/>
                  </a:lnTo>
                  <a:lnTo>
                    <a:pt x="7564" y="1753"/>
                  </a:lnTo>
                  <a:lnTo>
                    <a:pt x="7530" y="1777"/>
                  </a:lnTo>
                  <a:lnTo>
                    <a:pt x="7497" y="1800"/>
                  </a:lnTo>
                  <a:lnTo>
                    <a:pt x="7464" y="1825"/>
                  </a:lnTo>
                  <a:lnTo>
                    <a:pt x="7433" y="1851"/>
                  </a:lnTo>
                  <a:lnTo>
                    <a:pt x="7403" y="1877"/>
                  </a:lnTo>
                  <a:lnTo>
                    <a:pt x="7372" y="1904"/>
                  </a:lnTo>
                  <a:lnTo>
                    <a:pt x="7342" y="1932"/>
                  </a:lnTo>
                  <a:lnTo>
                    <a:pt x="7314" y="1960"/>
                  </a:lnTo>
                  <a:lnTo>
                    <a:pt x="7314" y="1960"/>
                  </a:lnTo>
                  <a:lnTo>
                    <a:pt x="7285" y="1989"/>
                  </a:lnTo>
                  <a:lnTo>
                    <a:pt x="7258" y="2018"/>
                  </a:lnTo>
                  <a:lnTo>
                    <a:pt x="7231" y="2048"/>
                  </a:lnTo>
                  <a:lnTo>
                    <a:pt x="7205" y="2079"/>
                  </a:lnTo>
                  <a:lnTo>
                    <a:pt x="7180" y="2111"/>
                  </a:lnTo>
                  <a:lnTo>
                    <a:pt x="7155" y="2143"/>
                  </a:lnTo>
                  <a:lnTo>
                    <a:pt x="7131" y="2176"/>
                  </a:lnTo>
                  <a:lnTo>
                    <a:pt x="7108" y="2209"/>
                  </a:lnTo>
                  <a:lnTo>
                    <a:pt x="7086" y="2243"/>
                  </a:lnTo>
                  <a:lnTo>
                    <a:pt x="7064" y="2278"/>
                  </a:lnTo>
                  <a:lnTo>
                    <a:pt x="7043" y="2314"/>
                  </a:lnTo>
                  <a:lnTo>
                    <a:pt x="7023" y="2349"/>
                  </a:lnTo>
                  <a:lnTo>
                    <a:pt x="7004" y="2386"/>
                  </a:lnTo>
                  <a:lnTo>
                    <a:pt x="6985" y="2423"/>
                  </a:lnTo>
                  <a:lnTo>
                    <a:pt x="6967" y="2462"/>
                  </a:lnTo>
                  <a:lnTo>
                    <a:pt x="6950" y="2500"/>
                  </a:lnTo>
                  <a:lnTo>
                    <a:pt x="6950" y="2500"/>
                  </a:lnTo>
                  <a:lnTo>
                    <a:pt x="6934" y="2539"/>
                  </a:lnTo>
                  <a:lnTo>
                    <a:pt x="6919" y="2578"/>
                  </a:lnTo>
                  <a:lnTo>
                    <a:pt x="6904" y="2617"/>
                  </a:lnTo>
                  <a:lnTo>
                    <a:pt x="6892" y="2658"/>
                  </a:lnTo>
                  <a:lnTo>
                    <a:pt x="6879" y="2698"/>
                  </a:lnTo>
                  <a:lnTo>
                    <a:pt x="6868" y="2739"/>
                  </a:lnTo>
                  <a:lnTo>
                    <a:pt x="6858" y="2780"/>
                  </a:lnTo>
                  <a:lnTo>
                    <a:pt x="6849" y="2821"/>
                  </a:lnTo>
                  <a:lnTo>
                    <a:pt x="6841" y="2864"/>
                  </a:lnTo>
                  <a:lnTo>
                    <a:pt x="6835" y="2905"/>
                  </a:lnTo>
                  <a:lnTo>
                    <a:pt x="6829" y="2948"/>
                  </a:lnTo>
                  <a:lnTo>
                    <a:pt x="6824" y="2990"/>
                  </a:lnTo>
                  <a:lnTo>
                    <a:pt x="6821" y="3034"/>
                  </a:lnTo>
                  <a:lnTo>
                    <a:pt x="6818" y="3077"/>
                  </a:lnTo>
                  <a:lnTo>
                    <a:pt x="6817" y="3120"/>
                  </a:lnTo>
                  <a:lnTo>
                    <a:pt x="6815" y="3164"/>
                  </a:lnTo>
                  <a:lnTo>
                    <a:pt x="6815" y="3164"/>
                  </a:lnTo>
                  <a:lnTo>
                    <a:pt x="6817" y="3209"/>
                  </a:lnTo>
                  <a:lnTo>
                    <a:pt x="6818" y="3253"/>
                  </a:lnTo>
                  <a:lnTo>
                    <a:pt x="6820" y="3295"/>
                  </a:lnTo>
                  <a:lnTo>
                    <a:pt x="6823" y="3339"/>
                  </a:lnTo>
                  <a:lnTo>
                    <a:pt x="6829" y="3381"/>
                  </a:lnTo>
                  <a:lnTo>
                    <a:pt x="6833" y="3424"/>
                  </a:lnTo>
                  <a:lnTo>
                    <a:pt x="6840" y="3467"/>
                  </a:lnTo>
                  <a:lnTo>
                    <a:pt x="6848" y="3508"/>
                  </a:lnTo>
                  <a:lnTo>
                    <a:pt x="6857" y="3549"/>
                  </a:lnTo>
                  <a:lnTo>
                    <a:pt x="6866" y="3591"/>
                  </a:lnTo>
                  <a:lnTo>
                    <a:pt x="6876" y="3631"/>
                  </a:lnTo>
                  <a:lnTo>
                    <a:pt x="6888" y="3672"/>
                  </a:lnTo>
                  <a:lnTo>
                    <a:pt x="6901" y="3712"/>
                  </a:lnTo>
                  <a:lnTo>
                    <a:pt x="6914" y="3751"/>
                  </a:lnTo>
                  <a:lnTo>
                    <a:pt x="6929" y="3790"/>
                  </a:lnTo>
                  <a:lnTo>
                    <a:pt x="6943" y="3830"/>
                  </a:lnTo>
                  <a:lnTo>
                    <a:pt x="6943" y="3830"/>
                  </a:lnTo>
                  <a:lnTo>
                    <a:pt x="6960" y="3868"/>
                  </a:lnTo>
                  <a:lnTo>
                    <a:pt x="6977" y="3906"/>
                  </a:lnTo>
                  <a:lnTo>
                    <a:pt x="6995" y="3943"/>
                  </a:lnTo>
                  <a:lnTo>
                    <a:pt x="7014" y="3980"/>
                  </a:lnTo>
                  <a:lnTo>
                    <a:pt x="7033" y="4016"/>
                  </a:lnTo>
                  <a:lnTo>
                    <a:pt x="7053" y="4051"/>
                  </a:lnTo>
                  <a:lnTo>
                    <a:pt x="7074" y="4086"/>
                  </a:lnTo>
                  <a:lnTo>
                    <a:pt x="7096" y="4120"/>
                  </a:lnTo>
                  <a:lnTo>
                    <a:pt x="7118" y="4153"/>
                  </a:lnTo>
                  <a:lnTo>
                    <a:pt x="7142" y="4187"/>
                  </a:lnTo>
                  <a:lnTo>
                    <a:pt x="7166" y="4218"/>
                  </a:lnTo>
                  <a:lnTo>
                    <a:pt x="7191" y="4251"/>
                  </a:lnTo>
                  <a:lnTo>
                    <a:pt x="7217" y="4281"/>
                  </a:lnTo>
                  <a:lnTo>
                    <a:pt x="7242" y="4311"/>
                  </a:lnTo>
                  <a:lnTo>
                    <a:pt x="7269" y="4342"/>
                  </a:lnTo>
                  <a:lnTo>
                    <a:pt x="7297" y="4370"/>
                  </a:lnTo>
                  <a:lnTo>
                    <a:pt x="7297" y="4370"/>
                  </a:lnTo>
                  <a:lnTo>
                    <a:pt x="7325" y="4398"/>
                  </a:lnTo>
                  <a:lnTo>
                    <a:pt x="7354" y="4426"/>
                  </a:lnTo>
                  <a:lnTo>
                    <a:pt x="7385" y="4453"/>
                  </a:lnTo>
                  <a:lnTo>
                    <a:pt x="7416" y="4478"/>
                  </a:lnTo>
                  <a:lnTo>
                    <a:pt x="7447" y="4504"/>
                  </a:lnTo>
                  <a:lnTo>
                    <a:pt x="7480" y="4529"/>
                  </a:lnTo>
                  <a:lnTo>
                    <a:pt x="7514" y="4552"/>
                  </a:lnTo>
                  <a:lnTo>
                    <a:pt x="7547" y="4576"/>
                  </a:lnTo>
                  <a:lnTo>
                    <a:pt x="7582" y="4598"/>
                  </a:lnTo>
                  <a:lnTo>
                    <a:pt x="7617" y="4620"/>
                  </a:lnTo>
                  <a:lnTo>
                    <a:pt x="7652" y="4640"/>
                  </a:lnTo>
                  <a:lnTo>
                    <a:pt x="7689" y="4660"/>
                  </a:lnTo>
                  <a:lnTo>
                    <a:pt x="7728" y="4680"/>
                  </a:lnTo>
                  <a:lnTo>
                    <a:pt x="7766" y="4698"/>
                  </a:lnTo>
                  <a:lnTo>
                    <a:pt x="7805" y="4716"/>
                  </a:lnTo>
                  <a:lnTo>
                    <a:pt x="7844" y="4734"/>
                  </a:lnTo>
                  <a:lnTo>
                    <a:pt x="7844" y="4734"/>
                  </a:lnTo>
                  <a:lnTo>
                    <a:pt x="7884" y="4750"/>
                  </a:lnTo>
                  <a:lnTo>
                    <a:pt x="7925" y="4765"/>
                  </a:lnTo>
                  <a:lnTo>
                    <a:pt x="7966" y="4779"/>
                  </a:lnTo>
                  <a:lnTo>
                    <a:pt x="8008" y="4792"/>
                  </a:lnTo>
                  <a:lnTo>
                    <a:pt x="8050" y="4804"/>
                  </a:lnTo>
                  <a:lnTo>
                    <a:pt x="8093" y="4815"/>
                  </a:lnTo>
                  <a:lnTo>
                    <a:pt x="8137" y="4825"/>
                  </a:lnTo>
                  <a:lnTo>
                    <a:pt x="8180" y="4834"/>
                  </a:lnTo>
                  <a:lnTo>
                    <a:pt x="8224" y="4841"/>
                  </a:lnTo>
                  <a:lnTo>
                    <a:pt x="8269" y="4848"/>
                  </a:lnTo>
                  <a:lnTo>
                    <a:pt x="8314" y="4855"/>
                  </a:lnTo>
                  <a:lnTo>
                    <a:pt x="8360" y="4859"/>
                  </a:lnTo>
                  <a:lnTo>
                    <a:pt x="8405" y="4863"/>
                  </a:lnTo>
                  <a:lnTo>
                    <a:pt x="8451" y="4866"/>
                  </a:lnTo>
                  <a:lnTo>
                    <a:pt x="8498" y="4867"/>
                  </a:lnTo>
                  <a:lnTo>
                    <a:pt x="8546" y="4867"/>
                  </a:lnTo>
                  <a:lnTo>
                    <a:pt x="8546" y="4867"/>
                  </a:lnTo>
                  <a:lnTo>
                    <a:pt x="8613" y="4867"/>
                  </a:lnTo>
                  <a:lnTo>
                    <a:pt x="8679" y="4864"/>
                  </a:lnTo>
                  <a:lnTo>
                    <a:pt x="8744" y="4859"/>
                  </a:lnTo>
                  <a:lnTo>
                    <a:pt x="8807" y="4853"/>
                  </a:lnTo>
                  <a:lnTo>
                    <a:pt x="8868" y="4845"/>
                  </a:lnTo>
                  <a:lnTo>
                    <a:pt x="8928" y="4835"/>
                  </a:lnTo>
                  <a:lnTo>
                    <a:pt x="8986" y="4823"/>
                  </a:lnTo>
                  <a:lnTo>
                    <a:pt x="9043" y="4811"/>
                  </a:lnTo>
                  <a:lnTo>
                    <a:pt x="9098" y="4797"/>
                  </a:lnTo>
                  <a:lnTo>
                    <a:pt x="9152" y="4781"/>
                  </a:lnTo>
                  <a:lnTo>
                    <a:pt x="9204" y="4764"/>
                  </a:lnTo>
                  <a:lnTo>
                    <a:pt x="9255" y="4746"/>
                  </a:lnTo>
                  <a:lnTo>
                    <a:pt x="9305" y="4727"/>
                  </a:lnTo>
                  <a:lnTo>
                    <a:pt x="9353" y="4707"/>
                  </a:lnTo>
                  <a:lnTo>
                    <a:pt x="9399" y="4686"/>
                  </a:lnTo>
                  <a:lnTo>
                    <a:pt x="9445" y="4663"/>
                  </a:lnTo>
                  <a:lnTo>
                    <a:pt x="9489" y="4640"/>
                  </a:lnTo>
                  <a:lnTo>
                    <a:pt x="9533" y="4615"/>
                  </a:lnTo>
                  <a:lnTo>
                    <a:pt x="9574" y="4590"/>
                  </a:lnTo>
                  <a:lnTo>
                    <a:pt x="9614" y="4565"/>
                  </a:lnTo>
                  <a:lnTo>
                    <a:pt x="9653" y="4539"/>
                  </a:lnTo>
                  <a:lnTo>
                    <a:pt x="9691" y="4512"/>
                  </a:lnTo>
                  <a:lnTo>
                    <a:pt x="9726" y="4484"/>
                  </a:lnTo>
                  <a:lnTo>
                    <a:pt x="9762" y="4457"/>
                  </a:lnTo>
                  <a:lnTo>
                    <a:pt x="9796" y="4428"/>
                  </a:lnTo>
                  <a:lnTo>
                    <a:pt x="9828" y="4400"/>
                  </a:lnTo>
                  <a:lnTo>
                    <a:pt x="9861" y="4371"/>
                  </a:lnTo>
                  <a:lnTo>
                    <a:pt x="9891" y="4342"/>
                  </a:lnTo>
                  <a:lnTo>
                    <a:pt x="9920" y="4313"/>
                  </a:lnTo>
                  <a:lnTo>
                    <a:pt x="9948" y="4283"/>
                  </a:lnTo>
                  <a:lnTo>
                    <a:pt x="9975" y="4254"/>
                  </a:lnTo>
                  <a:lnTo>
                    <a:pt x="10002" y="4225"/>
                  </a:lnTo>
                  <a:lnTo>
                    <a:pt x="9381" y="3752"/>
                  </a:lnTo>
                  <a:lnTo>
                    <a:pt x="9381" y="3752"/>
                  </a:lnTo>
                  <a:lnTo>
                    <a:pt x="9354" y="3783"/>
                  </a:lnTo>
                  <a:lnTo>
                    <a:pt x="9324" y="3813"/>
                  </a:lnTo>
                  <a:lnTo>
                    <a:pt x="9290" y="3844"/>
                  </a:lnTo>
                  <a:lnTo>
                    <a:pt x="9251" y="3876"/>
                  </a:lnTo>
                  <a:lnTo>
                    <a:pt x="9209" y="3906"/>
                  </a:lnTo>
                  <a:lnTo>
                    <a:pt x="9164" y="3936"/>
                  </a:lnTo>
                  <a:lnTo>
                    <a:pt x="9139" y="3952"/>
                  </a:lnTo>
                  <a:lnTo>
                    <a:pt x="9115" y="3966"/>
                  </a:lnTo>
                  <a:lnTo>
                    <a:pt x="9089" y="3980"/>
                  </a:lnTo>
                  <a:lnTo>
                    <a:pt x="9063" y="3993"/>
                  </a:lnTo>
                  <a:lnTo>
                    <a:pt x="9036" y="4007"/>
                  </a:lnTo>
                  <a:lnTo>
                    <a:pt x="9008" y="4020"/>
                  </a:lnTo>
                  <a:lnTo>
                    <a:pt x="8979" y="4032"/>
                  </a:lnTo>
                  <a:lnTo>
                    <a:pt x="8950" y="4044"/>
                  </a:lnTo>
                  <a:lnTo>
                    <a:pt x="8921" y="4055"/>
                  </a:lnTo>
                  <a:lnTo>
                    <a:pt x="8889" y="4065"/>
                  </a:lnTo>
                  <a:lnTo>
                    <a:pt x="8858" y="4074"/>
                  </a:lnTo>
                  <a:lnTo>
                    <a:pt x="8827" y="4083"/>
                  </a:lnTo>
                  <a:lnTo>
                    <a:pt x="8794" y="4091"/>
                  </a:lnTo>
                  <a:lnTo>
                    <a:pt x="8762" y="4097"/>
                  </a:lnTo>
                  <a:lnTo>
                    <a:pt x="8728" y="4104"/>
                  </a:lnTo>
                  <a:lnTo>
                    <a:pt x="8693" y="4109"/>
                  </a:lnTo>
                  <a:lnTo>
                    <a:pt x="8659" y="4113"/>
                  </a:lnTo>
                  <a:lnTo>
                    <a:pt x="8624" y="4115"/>
                  </a:lnTo>
                  <a:lnTo>
                    <a:pt x="8588" y="4118"/>
                  </a:lnTo>
                  <a:lnTo>
                    <a:pt x="8552" y="4119"/>
                  </a:lnTo>
                  <a:lnTo>
                    <a:pt x="8552" y="4119"/>
                  </a:lnTo>
                  <a:lnTo>
                    <a:pt x="8507" y="4118"/>
                  </a:lnTo>
                  <a:lnTo>
                    <a:pt x="8463" y="4115"/>
                  </a:lnTo>
                  <a:lnTo>
                    <a:pt x="8420" y="4112"/>
                  </a:lnTo>
                  <a:lnTo>
                    <a:pt x="8377" y="4107"/>
                  </a:lnTo>
                  <a:lnTo>
                    <a:pt x="8337" y="4102"/>
                  </a:lnTo>
                  <a:lnTo>
                    <a:pt x="8297" y="4095"/>
                  </a:lnTo>
                  <a:lnTo>
                    <a:pt x="8258" y="4086"/>
                  </a:lnTo>
                  <a:lnTo>
                    <a:pt x="8221" y="4076"/>
                  </a:lnTo>
                  <a:lnTo>
                    <a:pt x="8184" y="4065"/>
                  </a:lnTo>
                  <a:lnTo>
                    <a:pt x="8148" y="4053"/>
                  </a:lnTo>
                  <a:lnTo>
                    <a:pt x="8113" y="4039"/>
                  </a:lnTo>
                  <a:lnTo>
                    <a:pt x="8079" y="4023"/>
                  </a:lnTo>
                  <a:lnTo>
                    <a:pt x="8047" y="4008"/>
                  </a:lnTo>
                  <a:lnTo>
                    <a:pt x="8016" y="3990"/>
                  </a:lnTo>
                  <a:lnTo>
                    <a:pt x="7986" y="3971"/>
                  </a:lnTo>
                  <a:lnTo>
                    <a:pt x="7957" y="3951"/>
                  </a:lnTo>
                  <a:lnTo>
                    <a:pt x="7957" y="3951"/>
                  </a:lnTo>
                  <a:lnTo>
                    <a:pt x="7929" y="3929"/>
                  </a:lnTo>
                  <a:lnTo>
                    <a:pt x="7902" y="3907"/>
                  </a:lnTo>
                  <a:lnTo>
                    <a:pt x="7877" y="3885"/>
                  </a:lnTo>
                  <a:lnTo>
                    <a:pt x="7852" y="3860"/>
                  </a:lnTo>
                  <a:lnTo>
                    <a:pt x="7828" y="3835"/>
                  </a:lnTo>
                  <a:lnTo>
                    <a:pt x="7806" y="3808"/>
                  </a:lnTo>
                  <a:lnTo>
                    <a:pt x="7785" y="3781"/>
                  </a:lnTo>
                  <a:lnTo>
                    <a:pt x="7765" y="3753"/>
                  </a:lnTo>
                  <a:lnTo>
                    <a:pt x="7745" y="3724"/>
                  </a:lnTo>
                  <a:lnTo>
                    <a:pt x="7728" y="3695"/>
                  </a:lnTo>
                  <a:lnTo>
                    <a:pt x="7712" y="3664"/>
                  </a:lnTo>
                  <a:lnTo>
                    <a:pt x="7696" y="3632"/>
                  </a:lnTo>
                  <a:lnTo>
                    <a:pt x="7682" y="3600"/>
                  </a:lnTo>
                  <a:lnTo>
                    <a:pt x="7668" y="3566"/>
                  </a:lnTo>
                  <a:lnTo>
                    <a:pt x="7657" y="3532"/>
                  </a:lnTo>
                  <a:lnTo>
                    <a:pt x="7646" y="3497"/>
                  </a:lnTo>
                  <a:lnTo>
                    <a:pt x="7637" y="3467"/>
                  </a:lnTo>
                  <a:lnTo>
                    <a:pt x="10208" y="3467"/>
                  </a:lnTo>
                  <a:lnTo>
                    <a:pt x="10208" y="3158"/>
                  </a:lnTo>
                  <a:close/>
                  <a:moveTo>
                    <a:pt x="7645" y="2858"/>
                  </a:moveTo>
                  <a:lnTo>
                    <a:pt x="7645" y="2858"/>
                  </a:lnTo>
                  <a:lnTo>
                    <a:pt x="7645" y="2835"/>
                  </a:lnTo>
                  <a:lnTo>
                    <a:pt x="7647" y="2811"/>
                  </a:lnTo>
                  <a:lnTo>
                    <a:pt x="7651" y="2786"/>
                  </a:lnTo>
                  <a:lnTo>
                    <a:pt x="7657" y="2761"/>
                  </a:lnTo>
                  <a:lnTo>
                    <a:pt x="7665" y="2735"/>
                  </a:lnTo>
                  <a:lnTo>
                    <a:pt x="7674" y="2708"/>
                  </a:lnTo>
                  <a:lnTo>
                    <a:pt x="7684" y="2681"/>
                  </a:lnTo>
                  <a:lnTo>
                    <a:pt x="7696" y="2654"/>
                  </a:lnTo>
                  <a:lnTo>
                    <a:pt x="7711" y="2626"/>
                  </a:lnTo>
                  <a:lnTo>
                    <a:pt x="7726" y="2599"/>
                  </a:lnTo>
                  <a:lnTo>
                    <a:pt x="7743" y="2571"/>
                  </a:lnTo>
                  <a:lnTo>
                    <a:pt x="7762" y="2544"/>
                  </a:lnTo>
                  <a:lnTo>
                    <a:pt x="7784" y="2518"/>
                  </a:lnTo>
                  <a:lnTo>
                    <a:pt x="7806" y="2491"/>
                  </a:lnTo>
                  <a:lnTo>
                    <a:pt x="7830" y="2464"/>
                  </a:lnTo>
                  <a:lnTo>
                    <a:pt x="7855" y="2439"/>
                  </a:lnTo>
                  <a:lnTo>
                    <a:pt x="7883" y="2413"/>
                  </a:lnTo>
                  <a:lnTo>
                    <a:pt x="7912" y="2390"/>
                  </a:lnTo>
                  <a:lnTo>
                    <a:pt x="7944" y="2366"/>
                  </a:lnTo>
                  <a:lnTo>
                    <a:pt x="7977" y="2345"/>
                  </a:lnTo>
                  <a:lnTo>
                    <a:pt x="8012" y="2324"/>
                  </a:lnTo>
                  <a:lnTo>
                    <a:pt x="8048" y="2304"/>
                  </a:lnTo>
                  <a:lnTo>
                    <a:pt x="8086" y="2286"/>
                  </a:lnTo>
                  <a:lnTo>
                    <a:pt x="8126" y="2269"/>
                  </a:lnTo>
                  <a:lnTo>
                    <a:pt x="8168" y="2253"/>
                  </a:lnTo>
                  <a:lnTo>
                    <a:pt x="8212" y="2240"/>
                  </a:lnTo>
                  <a:lnTo>
                    <a:pt x="8258" y="2227"/>
                  </a:lnTo>
                  <a:lnTo>
                    <a:pt x="8305" y="2217"/>
                  </a:lnTo>
                  <a:lnTo>
                    <a:pt x="8354" y="2209"/>
                  </a:lnTo>
                  <a:lnTo>
                    <a:pt x="8404" y="2204"/>
                  </a:lnTo>
                  <a:lnTo>
                    <a:pt x="8458" y="2200"/>
                  </a:lnTo>
                  <a:lnTo>
                    <a:pt x="8512" y="2199"/>
                  </a:lnTo>
                  <a:lnTo>
                    <a:pt x="8512" y="2199"/>
                  </a:lnTo>
                  <a:lnTo>
                    <a:pt x="8567" y="2200"/>
                  </a:lnTo>
                  <a:lnTo>
                    <a:pt x="8619" y="2204"/>
                  </a:lnTo>
                  <a:lnTo>
                    <a:pt x="8671" y="2209"/>
                  </a:lnTo>
                  <a:lnTo>
                    <a:pt x="8720" y="2217"/>
                  </a:lnTo>
                  <a:lnTo>
                    <a:pt x="8767" y="2227"/>
                  </a:lnTo>
                  <a:lnTo>
                    <a:pt x="8812" y="2239"/>
                  </a:lnTo>
                  <a:lnTo>
                    <a:pt x="8856" y="2253"/>
                  </a:lnTo>
                  <a:lnTo>
                    <a:pt x="8898" y="2268"/>
                  </a:lnTo>
                  <a:lnTo>
                    <a:pt x="8939" y="2284"/>
                  </a:lnTo>
                  <a:lnTo>
                    <a:pt x="8977" y="2304"/>
                  </a:lnTo>
                  <a:lnTo>
                    <a:pt x="9013" y="2323"/>
                  </a:lnTo>
                  <a:lnTo>
                    <a:pt x="9047" y="2344"/>
                  </a:lnTo>
                  <a:lnTo>
                    <a:pt x="9081" y="2366"/>
                  </a:lnTo>
                  <a:lnTo>
                    <a:pt x="9112" y="2389"/>
                  </a:lnTo>
                  <a:lnTo>
                    <a:pt x="9142" y="2413"/>
                  </a:lnTo>
                  <a:lnTo>
                    <a:pt x="9170" y="2438"/>
                  </a:lnTo>
                  <a:lnTo>
                    <a:pt x="9195" y="2464"/>
                  </a:lnTo>
                  <a:lnTo>
                    <a:pt x="9219" y="2490"/>
                  </a:lnTo>
                  <a:lnTo>
                    <a:pt x="9241" y="2516"/>
                  </a:lnTo>
                  <a:lnTo>
                    <a:pt x="9263" y="2543"/>
                  </a:lnTo>
                  <a:lnTo>
                    <a:pt x="9282" y="2570"/>
                  </a:lnTo>
                  <a:lnTo>
                    <a:pt x="9300" y="2598"/>
                  </a:lnTo>
                  <a:lnTo>
                    <a:pt x="9315" y="2625"/>
                  </a:lnTo>
                  <a:lnTo>
                    <a:pt x="9329" y="2653"/>
                  </a:lnTo>
                  <a:lnTo>
                    <a:pt x="9341" y="2680"/>
                  </a:lnTo>
                  <a:lnTo>
                    <a:pt x="9352" y="2707"/>
                  </a:lnTo>
                  <a:lnTo>
                    <a:pt x="9361" y="2734"/>
                  </a:lnTo>
                  <a:lnTo>
                    <a:pt x="9368" y="2760"/>
                  </a:lnTo>
                  <a:lnTo>
                    <a:pt x="9374" y="2785"/>
                  </a:lnTo>
                  <a:lnTo>
                    <a:pt x="9378" y="2810"/>
                  </a:lnTo>
                  <a:lnTo>
                    <a:pt x="9380" y="2834"/>
                  </a:lnTo>
                  <a:lnTo>
                    <a:pt x="9381" y="2857"/>
                  </a:lnTo>
                  <a:lnTo>
                    <a:pt x="7645" y="2858"/>
                  </a:lnTo>
                  <a:close/>
                </a:path>
              </a:pathLst>
            </a:custGeom>
            <a:solidFill>
              <a:srgbClr val="0046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TextBox 6" descr="page number">
            <a:extLst>
              <a:ext uri="{FF2B5EF4-FFF2-40B4-BE49-F238E27FC236}">
                <a16:creationId xmlns:a16="http://schemas.microsoft.com/office/drawing/2014/main" id="{089BEF20-779F-2E3F-F3BE-F6AE99C012EA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28606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783C66D7-BE41-2EDD-D6D3-FBA831482E8B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1391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descr="page number">
            <a:extLst>
              <a:ext uri="{FF2B5EF4-FFF2-40B4-BE49-F238E27FC236}">
                <a16:creationId xmlns:a16="http://schemas.microsoft.com/office/drawing/2014/main" id="{9F5CB16A-B4CF-3FBD-6CF6-D9D666461843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5357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E1DDD9DB-C1D2-E9A4-2A3A-CC2B95DC6B2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3542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assic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E1DDD9DB-C1D2-E9A4-2A3A-CC2B95DC6B2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86481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smos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E1DDD9DB-C1D2-E9A4-2A3A-CC2B95DC6B2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161184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balt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E1DDD9DB-C1D2-E9A4-2A3A-CC2B95DC6B28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03034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6A3C7A-0D03-4ABF-7369-DA48EFB6CF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827E3-834F-40BA-9518-B0648BD53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10" y="987552"/>
            <a:ext cx="10911840" cy="365760"/>
          </a:xfrm>
        </p:spPr>
        <p:txBody>
          <a:bodyPr anchor="ctr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sz="22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68FF6-8FD0-4E13-A01B-AB7AF941CB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080" y="1533844"/>
            <a:ext cx="10910570" cy="4684394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4D682F7F-01F1-349B-09B7-B8F73987E971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88344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B6E4F3-2E55-E9EA-4859-9DC5DF5353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80" y="347472"/>
            <a:ext cx="10911840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10912474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 b="0" i="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1533842"/>
            <a:ext cx="5135880" cy="4684395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9D013-C7B6-4628-B2EF-9C1967AE612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16040" y="1533842"/>
            <a:ext cx="5135880" cy="4684395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989DF5D8-9477-C954-BE90-4056718CD0EE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8339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94338F-57B1-028F-1D5E-F452777222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5136197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4D1D699-1964-9A45-A892-EAAC949B8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5136197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3" y="1533843"/>
            <a:ext cx="5136197" cy="4682807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6040" y="0"/>
            <a:ext cx="5775960" cy="64007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2527540C-1CB5-9715-EBB3-9259465A2027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64242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+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E60C93-847C-93D6-AE2E-10B0B166D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763" y="347472"/>
            <a:ext cx="5136197" cy="640080"/>
          </a:xfrm>
        </p:spPr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66EBB2-584E-4CD8-BAAE-06D480D3A0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63" y="987552"/>
            <a:ext cx="5136197" cy="365760"/>
          </a:xfrm>
        </p:spPr>
        <p:txBody>
          <a:bodyPr anchor="ctr">
            <a:noAutofit/>
          </a:bodyPr>
          <a:lstStyle>
            <a:lvl1pPr marL="0" indent="0">
              <a:buNone/>
              <a:defRPr sz="2200">
                <a:solidFill>
                  <a:schemeClr val="accent2"/>
                </a:solidFill>
                <a:latin typeface="IntelOne Text" panose="020B0503020203020204" pitchFamily="34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6AEA0-8A4A-4395-842E-1588A8A29D4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39763" y="1533844"/>
            <a:ext cx="5136197" cy="4682806"/>
          </a:xfrm>
        </p:spPr>
        <p:txBody>
          <a:bodyPr/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452" y="347471"/>
            <a:ext cx="5136197" cy="23774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775C37-EE38-450C-8269-79E50F8E88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4452" y="2724909"/>
            <a:ext cx="5136197" cy="466347"/>
          </a:xfrm>
        </p:spPr>
        <p:txBody>
          <a:bodyPr tIns="91440" bIns="91440">
            <a:normAutofit/>
          </a:bodyPr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DC24117-8044-4F60-A59D-9F61002D6C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4452" y="3372863"/>
            <a:ext cx="5136197" cy="237744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05F9606-8CF6-4C56-B2B6-E8A04B25F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4452" y="5750302"/>
            <a:ext cx="5136197" cy="466347"/>
          </a:xfrm>
        </p:spPr>
        <p:txBody>
          <a:bodyPr tIns="91440" bIns="91440">
            <a:normAutofit/>
          </a:bodyPr>
          <a:lstStyle>
            <a:lvl1pPr marL="0" indent="0">
              <a:spcAft>
                <a:spcPts val="60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F74D3F72-F372-073A-1254-32548F7EAE3A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17095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F6811E0-242E-4455-9E93-6248E7DEDA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400799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ACD1317F-F734-DEC8-3C0C-02296DC6434D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91725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W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0BD236-A5FE-B377-4D89-6CC4416BEC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 style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28CC3DB-32C1-9267-C415-1682E5B10D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52550"/>
            <a:ext cx="12192000" cy="5048249"/>
          </a:xfr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Box 2" descr="page number">
            <a:extLst>
              <a:ext uri="{FF2B5EF4-FFF2-40B4-BE49-F238E27FC236}">
                <a16:creationId xmlns:a16="http://schemas.microsoft.com/office/drawing/2014/main" id="{E5C43C7C-6169-E60A-0BE6-434234F0FB4B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5829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+ photo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705AB2F8-97CB-A61D-2D2F-A239E8DB38CA}"/>
              </a:ext>
            </a:extLst>
          </p:cNvPr>
          <p:cNvSpPr/>
          <p:nvPr userDrawn="1"/>
        </p:nvSpPr>
        <p:spPr>
          <a:xfrm>
            <a:off x="1453350" y="1832978"/>
            <a:ext cx="3194599" cy="3189524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6" name="TextBox 15" descr="page number">
            <a:extLst>
              <a:ext uri="{FF2B5EF4-FFF2-40B4-BE49-F238E27FC236}">
                <a16:creationId xmlns:a16="http://schemas.microsoft.com/office/drawing/2014/main" id="{EC1C6C0F-504E-87B6-BB1D-A8B67B0BE2AC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AEF94F-E4A2-3675-07B7-738E75787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6" y="2697480"/>
            <a:ext cx="4819650" cy="14630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4A86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CCEBFC7-C9A2-C8D4-8313-F955C49383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27B311-A44A-428F-E219-4D3CDB4C6DB5}"/>
              </a:ext>
            </a:extLst>
          </p:cNvPr>
          <p:cNvSpPr/>
          <p:nvPr userDrawn="1"/>
        </p:nvSpPr>
        <p:spPr>
          <a:xfrm>
            <a:off x="4647950" y="164882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25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+ photo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C029AB28-83FE-1986-DDF2-588D68C9DC83}"/>
              </a:ext>
            </a:extLst>
          </p:cNvPr>
          <p:cNvSpPr/>
          <p:nvPr userDrawn="1"/>
        </p:nvSpPr>
        <p:spPr>
          <a:xfrm>
            <a:off x="1453350" y="1832978"/>
            <a:ext cx="3194599" cy="3189524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5" name="TextBox 14" descr="page number">
            <a:extLst>
              <a:ext uri="{FF2B5EF4-FFF2-40B4-BE49-F238E27FC236}">
                <a16:creationId xmlns:a16="http://schemas.microsoft.com/office/drawing/2014/main" id="{A8B18D9B-D62C-8250-11E3-E58B20237AE1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1BFCE-AEFB-D4AA-1494-33F79F5611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6" y="2697480"/>
            <a:ext cx="4819650" cy="1463040"/>
          </a:xfrm>
        </p:spPr>
        <p:txBody>
          <a:bodyPr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200" i="0" spc="0" baseline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38007F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CCEBFC7-C9A2-C8D4-8313-F955C49383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C4A29-608E-1CBD-85FE-1F557D221303}"/>
              </a:ext>
            </a:extLst>
          </p:cNvPr>
          <p:cNvSpPr/>
          <p:nvPr userDrawn="1"/>
        </p:nvSpPr>
        <p:spPr>
          <a:xfrm>
            <a:off x="4647950" y="164882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18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balt + photo r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7D53090D-E0EB-1F16-15E3-8E2624B79CEC}"/>
              </a:ext>
            </a:extLst>
          </p:cNvPr>
          <p:cNvSpPr/>
          <p:nvPr userDrawn="1"/>
        </p:nvSpPr>
        <p:spPr>
          <a:xfrm>
            <a:off x="1453350" y="1832978"/>
            <a:ext cx="3194599" cy="3189524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6" name="TextBox 15" descr="page number">
            <a:extLst>
              <a:ext uri="{FF2B5EF4-FFF2-40B4-BE49-F238E27FC236}">
                <a16:creationId xmlns:a16="http://schemas.microsoft.com/office/drawing/2014/main" id="{E155E56B-B9D9-D072-5A57-3B1B5FAAEE95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1BFCE-AEFB-D4AA-1494-33F79F5611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6" y="2697480"/>
            <a:ext cx="4819650" cy="1463040"/>
          </a:xfr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7200" i="0" kern="1200" spc="0" baseline="0" dirty="0">
                <a:solidFill>
                  <a:schemeClr val="tx1"/>
                </a:solidFill>
                <a:effectLst>
                  <a:outerShdw blurRad="127000" dist="25400" dir="5400000" algn="ctr" rotWithShape="0">
                    <a:srgbClr val="000864">
                      <a:alpha val="67000"/>
                    </a:srgbClr>
                  </a:outerShdw>
                </a:effectLst>
                <a:latin typeface="IntelOne Headline Bold Italic" panose="020B080302020309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CCEBFC7-C9A2-C8D4-8313-F955C49383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anchor="ctr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BC3E4-6552-2B17-8114-10193166DD2F}"/>
              </a:ext>
            </a:extLst>
          </p:cNvPr>
          <p:cNvSpPr/>
          <p:nvPr userDrawn="1"/>
        </p:nvSpPr>
        <p:spPr>
          <a:xfrm>
            <a:off x="4647950" y="1648828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5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assic 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00F04C4B-0BD3-BD95-26A5-F0062FB20712}"/>
              </a:ext>
            </a:extLst>
          </p:cNvPr>
          <p:cNvSpPr/>
          <p:nvPr userDrawn="1"/>
        </p:nvSpPr>
        <p:spPr>
          <a:xfrm>
            <a:off x="646690" y="460229"/>
            <a:ext cx="10898622" cy="5036886"/>
          </a:xfrm>
          <a:prstGeom prst="rect">
            <a:avLst/>
          </a:prstGeom>
          <a:ln>
            <a:noFill/>
          </a:ln>
          <a:effectLst>
            <a:glow rad="76200">
              <a:srgbClr val="FFFFFF">
                <a:alpha val="60000"/>
              </a:srgbClr>
            </a:glow>
            <a:outerShdw blurRad="762000" sx="107000" sy="107000" algn="ctr" rotWithShape="0">
              <a:srgbClr val="00C7FD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6" name="TextBox 15" descr="page number">
            <a:extLst>
              <a:ext uri="{FF2B5EF4-FFF2-40B4-BE49-F238E27FC236}">
                <a16:creationId xmlns:a16="http://schemas.microsoft.com/office/drawing/2014/main" id="{B9AA456B-FB26-FE16-132D-8D87BF8A798C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CB7C02-25A3-B9BE-2326-650C4C065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3539" y="950976"/>
            <a:ext cx="9921748" cy="40617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6CFF80-799B-5C54-B9EF-54EF6F60A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3539" y="5643694"/>
            <a:ext cx="9921748" cy="572955"/>
          </a:xfrm>
        </p:spPr>
        <p:txBody>
          <a:bodyPr lIns="0" tIns="0" rIns="0" bIns="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D2793D-772F-7B01-7008-0177AF6E5DC2}"/>
              </a:ext>
            </a:extLst>
          </p:cNvPr>
          <p:cNvSpPr/>
          <p:nvPr userDrawn="1"/>
        </p:nvSpPr>
        <p:spPr>
          <a:xfrm>
            <a:off x="11545311" y="5497115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10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smos 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4826202D-B369-7A47-8C5D-FD5239BD41B3}"/>
              </a:ext>
            </a:extLst>
          </p:cNvPr>
          <p:cNvSpPr/>
          <p:nvPr userDrawn="1"/>
        </p:nvSpPr>
        <p:spPr>
          <a:xfrm>
            <a:off x="646690" y="460229"/>
            <a:ext cx="10898622" cy="5036886"/>
          </a:xfrm>
          <a:prstGeom prst="rect">
            <a:avLst/>
          </a:prstGeom>
          <a:ln>
            <a:noFill/>
          </a:ln>
          <a:effectLst>
            <a:glow rad="88900">
              <a:srgbClr val="FFFFFF">
                <a:alpha val="40000"/>
              </a:srgbClr>
            </a:glow>
            <a:outerShdw blurRad="635000" sx="103000" sy="103000" algn="ctr" rotWithShape="0">
              <a:srgbClr val="FFFFFF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lvl="0" algn="ctr"/>
            <a:endParaRPr lang="en-US"/>
          </a:p>
        </p:txBody>
      </p:sp>
      <p:sp>
        <p:nvSpPr>
          <p:cNvPr id="15" name="TextBox 14" descr="page number">
            <a:extLst>
              <a:ext uri="{FF2B5EF4-FFF2-40B4-BE49-F238E27FC236}">
                <a16:creationId xmlns:a16="http://schemas.microsoft.com/office/drawing/2014/main" id="{63AA8029-D52C-EE0C-9F4F-6C42757F2D2D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CB7C02-25A3-B9BE-2326-650C4C0650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3539" y="950976"/>
            <a:ext cx="9921748" cy="4061782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6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6CFF80-799B-5C54-B9EF-54EF6F60A6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3539" y="5643694"/>
            <a:ext cx="9921748" cy="572955"/>
          </a:xfrm>
        </p:spPr>
        <p:txBody>
          <a:bodyPr lIns="0" tIns="0" rIns="0" bIns="0" anchor="ctr">
            <a:noAutofit/>
          </a:bodyPr>
          <a:lstStyle>
            <a:lvl1pPr marL="0" indent="0" algn="r"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EE8911-A3CD-476D-49D4-50392E6302A9}"/>
              </a:ext>
            </a:extLst>
          </p:cNvPr>
          <p:cNvSpPr/>
          <p:nvPr userDrawn="1"/>
        </p:nvSpPr>
        <p:spPr>
          <a:xfrm>
            <a:off x="11545311" y="5497115"/>
            <a:ext cx="184150" cy="184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222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ram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 descr="page number">
            <a:extLst>
              <a:ext uri="{FF2B5EF4-FFF2-40B4-BE49-F238E27FC236}">
                <a16:creationId xmlns:a16="http://schemas.microsoft.com/office/drawing/2014/main" id="{B49F5197-1690-C961-BC7E-24452710A831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A79AD-8981-4F51-8CC1-43C885681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75" y="638175"/>
            <a:ext cx="10915652" cy="5581650"/>
          </a:xfrm>
          <a:noFill/>
        </p:spPr>
        <p:txBody>
          <a:bodyPr lIns="365760" tIns="365760" rIns="365760" bIns="365760" anchor="ctr" anchorCtr="0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7066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Gu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A621CC-18DC-3B06-EEB8-93AE493C6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 descr="page number">
            <a:extLst>
              <a:ext uri="{FF2B5EF4-FFF2-40B4-BE49-F238E27FC236}">
                <a16:creationId xmlns:a16="http://schemas.microsoft.com/office/drawing/2014/main" id="{657AE2EF-00E0-3CD8-C15F-F760FE3549F5}"/>
              </a:ext>
            </a:extLst>
          </p:cNvPr>
          <p:cNvSpPr txBox="1"/>
          <p:nvPr userDrawn="1"/>
        </p:nvSpPr>
        <p:spPr>
          <a:xfrm>
            <a:off x="11880044" y="6552456"/>
            <a:ext cx="166712" cy="153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ctr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0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Intel Clear" panose="020B0604020203020204" pitchFamily="34" charset="0"/>
                <a:cs typeface="Times New Roman" panose="02020603050405020304" pitchFamily="18" charset="0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0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+mn-lt"/>
              <a:ea typeface="Intel Clear" panose="020B0604020203020204" pitchFamily="34" charset="0"/>
              <a:cs typeface="Times New Roman" panose="02020603050405020304" pitchFamily="18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66584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smos 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132743F-D3E3-44AA-68AB-243210C001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144824" y="2606040"/>
            <a:ext cx="3902352" cy="1645920"/>
            <a:chOff x="1314450" y="6391094"/>
            <a:chExt cx="997266" cy="420623"/>
          </a:xfrm>
          <a:solidFill>
            <a:srgbClr val="000000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82D3313-5D1D-DFAE-22DE-1852A1EA95E4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C7F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One Tex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919443-6B52-80B6-0E65-6117E4DD15BC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One Text"/>
                <a:ea typeface="Intel Clear" panose="020B0604020203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4269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04" y="347472"/>
            <a:ext cx="10908792" cy="64008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8DDE-64C9-4F0E-9EE0-F0DA0067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1604" y="1353310"/>
            <a:ext cx="10908792" cy="48646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Rectangle 30" descr="Intel Confidential">
            <a:extLst>
              <a:ext uri="{FF2B5EF4-FFF2-40B4-BE49-F238E27FC236}">
                <a16:creationId xmlns:a16="http://schemas.microsoft.com/office/drawing/2014/main" id="{50F7413C-6233-12B1-FAC7-FD700D3FD900}"/>
              </a:ext>
            </a:extLst>
          </p:cNvPr>
          <p:cNvSpPr/>
          <p:nvPr userDrawn="1"/>
        </p:nvSpPr>
        <p:spPr>
          <a:xfrm>
            <a:off x="10430459" y="6515100"/>
            <a:ext cx="1121461" cy="228600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en-US" sz="1000" b="0" i="0">
                <a:solidFill>
                  <a:schemeClr val="tx1"/>
                </a:solidFill>
                <a:latin typeface="+mn-lt"/>
                <a:ea typeface="Intel Clear" panose="020B0604020203020204" pitchFamily="34" charset="0"/>
                <a:cs typeface="Times New Roman" panose="02020603050405020304" pitchFamily="18" charset="0"/>
              </a:rPr>
              <a:t>Intel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273711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5" r:id="rId4"/>
    <p:sldLayoutId id="2147483800" r:id="rId5"/>
    <p:sldLayoutId id="2147483801" r:id="rId6"/>
    <p:sldLayoutId id="2147483866" r:id="rId7"/>
    <p:sldLayoutId id="2147483867" r:id="rId8"/>
    <p:sldLayoutId id="2147483869" r:id="rId9"/>
    <p:sldLayoutId id="2147483871" r:id="rId10"/>
    <p:sldLayoutId id="2147483872" r:id="rId11"/>
    <p:sldLayoutId id="2147483873" r:id="rId12"/>
    <p:sldLayoutId id="2147483804" r:id="rId13"/>
    <p:sldLayoutId id="2147483803" r:id="rId14"/>
    <p:sldLayoutId id="2147483820" r:id="rId15"/>
    <p:sldLayoutId id="2147483806" r:id="rId16"/>
    <p:sldLayoutId id="2147483807" r:id="rId17"/>
    <p:sldLayoutId id="2147483808" r:id="rId18"/>
    <p:sldLayoutId id="2147483817" r:id="rId19"/>
    <p:sldLayoutId id="2147483818" r:id="rId20"/>
    <p:sldLayoutId id="2147483819" r:id="rId21"/>
    <p:sldLayoutId id="2147483758" r:id="rId22"/>
    <p:sldLayoutId id="2147483840" r:id="rId23"/>
    <p:sldLayoutId id="2147483828" r:id="rId24"/>
    <p:sldLayoutId id="2147483829" r:id="rId25"/>
    <p:sldLayoutId id="2147483875" r:id="rId26"/>
    <p:sldLayoutId id="2147483841" r:id="rId27"/>
    <p:sldLayoutId id="2147483842" r:id="rId28"/>
    <p:sldLayoutId id="2147483843" r:id="rId29"/>
    <p:sldLayoutId id="2147483844" r:id="rId30"/>
    <p:sldLayoutId id="2147483762" r:id="rId31"/>
    <p:sldLayoutId id="2147483845" r:id="rId32"/>
    <p:sldLayoutId id="2147483846" r:id="rId33"/>
    <p:sldLayoutId id="2147483763" r:id="rId34"/>
    <p:sldLayoutId id="2147483847" r:id="rId35"/>
    <p:sldLayoutId id="2147483848" r:id="rId36"/>
    <p:sldLayoutId id="2147483764" r:id="rId37"/>
    <p:sldLayoutId id="2147483849" r:id="rId38"/>
    <p:sldLayoutId id="2147483850" r:id="rId39"/>
    <p:sldLayoutId id="2147483765" r:id="rId40"/>
    <p:sldLayoutId id="2147483851" r:id="rId41"/>
    <p:sldLayoutId id="2147483852" r:id="rId42"/>
    <p:sldLayoutId id="2147483766" r:id="rId43"/>
    <p:sldLayoutId id="2147483853" r:id="rId44"/>
    <p:sldLayoutId id="2147483854" r:id="rId45"/>
    <p:sldLayoutId id="2147483767" r:id="rId46"/>
    <p:sldLayoutId id="2147483855" r:id="rId47"/>
    <p:sldLayoutId id="2147483856" r:id="rId48"/>
    <p:sldLayoutId id="2147483768" r:id="rId49"/>
    <p:sldLayoutId id="2147483857" r:id="rId50"/>
    <p:sldLayoutId id="2147483858" r:id="rId51"/>
    <p:sldLayoutId id="2147483861" r:id="rId52"/>
    <p:sldLayoutId id="2147483862" r:id="rId53"/>
    <p:sldLayoutId id="2147483770" r:id="rId54"/>
    <p:sldLayoutId id="2147483863" r:id="rId55"/>
    <p:sldLayoutId id="2147483771" r:id="rId56"/>
    <p:sldLayoutId id="2147483864" r:id="rId57"/>
    <p:sldLayoutId id="2147483772" r:id="rId58"/>
    <p:sldLayoutId id="2147483865" r:id="rId59"/>
    <p:sldLayoutId id="2147483773" r:id="rId60"/>
    <p:sldLayoutId id="2147483881" r:id="rId61"/>
    <p:sldLayoutId id="2147483859" r:id="rId62"/>
    <p:sldLayoutId id="2147483860" r:id="rId63"/>
    <p:sldLayoutId id="2147483774" r:id="rId64"/>
    <p:sldLayoutId id="2147483882" r:id="rId65"/>
    <p:sldLayoutId id="2147483883" r:id="rId66"/>
    <p:sldLayoutId id="2147483884" r:id="rId67"/>
    <p:sldLayoutId id="2147483775" r:id="rId68"/>
    <p:sldLayoutId id="2147483776" r:id="rId69"/>
    <p:sldLayoutId id="2147483777" r:id="rId70"/>
    <p:sldLayoutId id="2147483778" r:id="rId71"/>
    <p:sldLayoutId id="2147483779" r:id="rId72"/>
    <p:sldLayoutId id="2147483780" r:id="rId73"/>
    <p:sldLayoutId id="2147483781" r:id="rId74"/>
    <p:sldLayoutId id="2147483835" r:id="rId75"/>
    <p:sldLayoutId id="2147483837" r:id="rId76"/>
    <p:sldLayoutId id="2147483783" r:id="rId77"/>
    <p:sldLayoutId id="2147483839" r:id="rId78"/>
    <p:sldLayoutId id="2147483788" r:id="rId79"/>
    <p:sldLayoutId id="2147483752" r:id="rId80"/>
    <p:sldLayoutId id="2147483838" r:id="rId8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Text" panose="020B0503020203020204" pitchFamily="34" charset="0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Display Regular" panose="020B0503020203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Text" panose="020B0503020203020204" pitchFamily="34" charset="0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2"/>
        </a:buClr>
        <a:buFont typeface="IntelOne Display Regular" panose="020B0503020203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4032" userDrawn="1">
          <p15:clr>
            <a:srgbClr val="F26B43"/>
          </p15:clr>
        </p15:guide>
        <p15:guide id="7" orient="horz" pos="402" userDrawn="1">
          <p15:clr>
            <a:srgbClr val="F26B43"/>
          </p15:clr>
        </p15:guide>
        <p15:guide id="8" orient="horz" pos="622" userDrawn="1">
          <p15:clr>
            <a:srgbClr val="F26B43"/>
          </p15:clr>
        </p15:guide>
        <p15:guide id="9" orient="horz" pos="851" userDrawn="1">
          <p15:clr>
            <a:srgbClr val="F26B43"/>
          </p15:clr>
        </p15:guide>
        <p15:guide id="10" orient="horz" pos="2383" userDrawn="1">
          <p15:clr>
            <a:srgbClr val="F26B43"/>
          </p15:clr>
        </p15:guide>
        <p15:guide id="11" orient="horz" pos="3917" userDrawn="1">
          <p15:clr>
            <a:srgbClr val="F26B43"/>
          </p15:clr>
        </p15:guide>
        <p15:guide id="12" pos="7276" userDrawn="1">
          <p15:clr>
            <a:srgbClr val="F26B43"/>
          </p15:clr>
        </p15:guide>
        <p15:guide id="13" pos="4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839C-6F14-A441-8281-879773E01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4" y="1590067"/>
            <a:ext cx="10915652" cy="1362075"/>
          </a:xfrm>
        </p:spPr>
        <p:txBody>
          <a:bodyPr>
            <a:normAutofit fontScale="90000"/>
          </a:bodyPr>
          <a:lstStyle/>
          <a:p>
            <a:r>
              <a:rPr lang="en-US"/>
              <a:t>Hackathon 2026</a:t>
            </a:r>
            <a:br>
              <a:rPr lang="en-US"/>
            </a:br>
            <a:r>
              <a:rPr lang="en-US" sz="2400" err="1">
                <a:solidFill>
                  <a:schemeClr val="accent2"/>
                </a:solidFill>
                <a:latin typeface="+mn-lt"/>
              </a:rPr>
              <a:t>CodeGuard</a:t>
            </a:r>
            <a:r>
              <a:rPr lang="en-US" sz="2400">
                <a:solidFill>
                  <a:schemeClr val="accent2"/>
                </a:solidFill>
                <a:latin typeface="+mn-lt"/>
              </a:rPr>
              <a:t>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CDE6B2-43F6-E813-8A73-EBBBC4E47D1F}"/>
              </a:ext>
            </a:extLst>
          </p:cNvPr>
          <p:cNvSpPr txBox="1"/>
          <p:nvPr/>
        </p:nvSpPr>
        <p:spPr>
          <a:xfrm>
            <a:off x="904875" y="3670300"/>
            <a:ext cx="10382250" cy="2313967"/>
          </a:xfrm>
          <a:prstGeom prst="rect">
            <a:avLst/>
          </a:prstGeom>
          <a:noFill/>
        </p:spPr>
        <p:txBody>
          <a:bodyPr wrap="square" lIns="137160" tIns="137160" rIns="137160" bIns="13716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/>
              <a:t>Aguilar Obando, Alvaro</a:t>
            </a:r>
          </a:p>
          <a:p>
            <a:pPr algn="ctr">
              <a:lnSpc>
                <a:spcPct val="150000"/>
              </a:lnSpc>
            </a:pPr>
            <a:r>
              <a:rPr lang="en-US"/>
              <a:t>Blandon, Enjells J</a:t>
            </a:r>
          </a:p>
          <a:p>
            <a:pPr algn="ctr">
              <a:lnSpc>
                <a:spcPct val="150000"/>
              </a:lnSpc>
            </a:pPr>
            <a:r>
              <a:rPr lang="en-US"/>
              <a:t>Orellana Pineda, Cesar</a:t>
            </a:r>
          </a:p>
          <a:p>
            <a:pPr algn="ctr">
              <a:lnSpc>
                <a:spcPct val="150000"/>
              </a:lnSpc>
            </a:pPr>
            <a:r>
              <a:rPr lang="en-US"/>
              <a:t>Oviedo, Nelson</a:t>
            </a:r>
          </a:p>
          <a:p>
            <a:pPr algn="ctr">
              <a:lnSpc>
                <a:spcPct val="150000"/>
              </a:lnSpc>
            </a:pPr>
            <a:r>
              <a:rPr lang="en-US"/>
              <a:t>Vargas Aguero, Esteban</a:t>
            </a:r>
          </a:p>
        </p:txBody>
      </p:sp>
    </p:spTree>
    <p:extLst>
      <p:ext uri="{BB962C8B-B14F-4D97-AF65-F5344CB8AC3E}">
        <p14:creationId xmlns:p14="http://schemas.microsoft.com/office/powerpoint/2010/main" val="2222585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F98B-046F-3DE3-B147-2BC0AFE2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ingle Title Line">
            <a:extLst>
              <a:ext uri="{FF2B5EF4-FFF2-40B4-BE49-F238E27FC236}">
                <a16:creationId xmlns:a16="http://schemas.microsoft.com/office/drawing/2014/main" id="{BCFF9302-A6D4-7132-4A62-FB34F6EC7F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Test cases problems</a:t>
            </a:r>
          </a:p>
        </p:txBody>
      </p:sp>
      <p:sp>
        <p:nvSpPr>
          <p:cNvPr id="280" name="Subtitle And Bullet Text">
            <a:extLst>
              <a:ext uri="{FF2B5EF4-FFF2-40B4-BE49-F238E27FC236}">
                <a16:creationId xmlns:a16="http://schemas.microsoft.com/office/drawing/2014/main" id="{A42FFEF5-CBA5-DE7D-890E-5EE8187C49F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Creating test cases takes time</a:t>
            </a:r>
          </a:p>
          <a:p>
            <a:r>
              <a:rPr lang="en-US"/>
              <a:t>Set-up needed to start a small test (Install apps, troubleshoot, research,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r>
              <a:rPr lang="en-US"/>
              <a:t>Even with AI, you need to manually explain what the code changes are</a:t>
            </a:r>
          </a:p>
          <a:p>
            <a:r>
              <a:rPr lang="en-US"/>
              <a:t>Existing tests become outdated when UI changes and nobody updates them</a:t>
            </a:r>
          </a:p>
        </p:txBody>
      </p:sp>
    </p:spTree>
    <p:extLst>
      <p:ext uri="{BB962C8B-B14F-4D97-AF65-F5344CB8AC3E}">
        <p14:creationId xmlns:p14="http://schemas.microsoft.com/office/powerpoint/2010/main" val="119758273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BBD77-C1F2-EB4F-80AE-91C0E74C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ingle Title Line">
            <a:extLst>
              <a:ext uri="{FF2B5EF4-FFF2-40B4-BE49-F238E27FC236}">
                <a16:creationId xmlns:a16="http://schemas.microsoft.com/office/drawing/2014/main" id="{4B08F008-0055-8170-AB95-9A7D0B68E14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Git-Aware AI Test Generation</a:t>
            </a:r>
            <a:endParaRPr lang="en-US" sz="4400"/>
          </a:p>
        </p:txBody>
      </p:sp>
      <p:sp>
        <p:nvSpPr>
          <p:cNvPr id="280" name="Subtitle And Bullet Text">
            <a:extLst>
              <a:ext uri="{FF2B5EF4-FFF2-40B4-BE49-F238E27FC236}">
                <a16:creationId xmlns:a16="http://schemas.microsoft.com/office/drawing/2014/main" id="{DC001337-AF8F-A17E-20DD-F7F7485A26A6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Zero-effort for you, Just create a Git Pull Request</a:t>
            </a:r>
          </a:p>
          <a:p>
            <a:r>
              <a:rPr lang="en-US"/>
              <a:t>No need to explain the code, the tool will read it for you</a:t>
            </a:r>
          </a:p>
          <a:p>
            <a:r>
              <a:rPr lang="en-US"/>
              <a:t>Detailed reports by Playwright </a:t>
            </a:r>
          </a:p>
        </p:txBody>
      </p:sp>
    </p:spTree>
    <p:extLst>
      <p:ext uri="{BB962C8B-B14F-4D97-AF65-F5344CB8AC3E}">
        <p14:creationId xmlns:p14="http://schemas.microsoft.com/office/powerpoint/2010/main" val="205664963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6C5581A-FAC6-A819-7C67-60010AFC6B0C}"/>
              </a:ext>
            </a:extLst>
          </p:cNvPr>
          <p:cNvSpPr/>
          <p:nvPr/>
        </p:nvSpPr>
        <p:spPr>
          <a:xfrm>
            <a:off x="742950" y="480864"/>
            <a:ext cx="10477500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7160" rIns="0" bIns="137160" rtlCol="0" anchor="ctr"/>
          <a:lstStyle/>
          <a:p>
            <a:r>
              <a:rPr lang="en-US" sz="3200">
                <a:solidFill>
                  <a:schemeClr val="tx1"/>
                </a:solidFill>
                <a:latin typeface="IntelOne Text Medium" panose="020B0703020203020204" pitchFamily="34" charset="0"/>
              </a:rPr>
              <a:t>Long term vision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25FDC1D-FDC0-89A3-CD07-5821B11ED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423" y="1759846"/>
            <a:ext cx="1012801" cy="98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ED2A0326-594B-14A4-3F78-1CE365DC7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627245"/>
            <a:ext cx="2239518" cy="125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4AA825-6552-0553-2DB2-CDC528C82A56}"/>
              </a:ext>
            </a:extLst>
          </p:cNvPr>
          <p:cNvSpPr txBox="1"/>
          <p:nvPr/>
        </p:nvSpPr>
        <p:spPr>
          <a:xfrm>
            <a:off x="383159" y="3511735"/>
            <a:ext cx="2514600" cy="1661993"/>
          </a:xfrm>
          <a:prstGeom prst="rect">
            <a:avLst/>
          </a:prstGeom>
          <a:noFill/>
        </p:spPr>
        <p:txBody>
          <a:bodyPr wrap="square" lIns="137160" tIns="137160" rIns="137160" bIns="137160" rtlCol="0">
            <a:spAutoFit/>
          </a:bodyPr>
          <a:lstStyle/>
          <a:p>
            <a:pPr algn="ctr"/>
            <a:r>
              <a:rPr lang="en-US"/>
              <a:t>Pull Request</a:t>
            </a:r>
          </a:p>
          <a:p>
            <a:pPr algn="ctr"/>
            <a:r>
              <a:rPr lang="en-US"/>
              <a:t>created on GitHub</a:t>
            </a:r>
          </a:p>
          <a:p>
            <a:pPr algn="ctr"/>
            <a:endParaRPr lang="en-US"/>
          </a:p>
          <a:p>
            <a:pPr algn="ctr"/>
            <a:r>
              <a:rPr lang="en-US"/>
              <a:t>Sent by Webhook event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21425E2E-19BD-94F3-21D5-7473600B3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475" y="2679766"/>
            <a:ext cx="2279650" cy="46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31D6D4-CD47-A784-7732-B9F95A439D81}"/>
              </a:ext>
            </a:extLst>
          </p:cNvPr>
          <p:cNvCxnSpPr>
            <a:stCxn id="1028" idx="3"/>
            <a:endCxn id="1030" idx="1"/>
          </p:cNvCxnSpPr>
          <p:nvPr/>
        </p:nvCxnSpPr>
        <p:spPr>
          <a:xfrm flipV="1">
            <a:off x="2760218" y="2252006"/>
            <a:ext cx="2215205" cy="510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1BEB738-958C-8A72-346D-B68C5E5CF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826" y="805971"/>
            <a:ext cx="3561924" cy="28920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A5144F-F1AC-3A0A-D8B3-C008B235B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826" y="4023148"/>
            <a:ext cx="3487282" cy="17312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0903D9-A099-E113-6C3F-7F471CD67927}"/>
              </a:ext>
            </a:extLst>
          </p:cNvPr>
          <p:cNvCxnSpPr>
            <a:cxnSpLocks/>
            <a:stCxn id="1030" idx="3"/>
            <a:endCxn id="10" idx="1"/>
          </p:cNvCxnSpPr>
          <p:nvPr/>
        </p:nvCxnSpPr>
        <p:spPr>
          <a:xfrm>
            <a:off x="5988224" y="2252006"/>
            <a:ext cx="2038602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451157-E5DB-B591-34D5-C44A09017DC4}"/>
              </a:ext>
            </a:extLst>
          </p:cNvPr>
          <p:cNvSpPr txBox="1"/>
          <p:nvPr/>
        </p:nvSpPr>
        <p:spPr>
          <a:xfrm>
            <a:off x="4240311" y="3510348"/>
            <a:ext cx="2514600" cy="1107996"/>
          </a:xfrm>
          <a:prstGeom prst="rect">
            <a:avLst/>
          </a:prstGeom>
          <a:noFill/>
        </p:spPr>
        <p:txBody>
          <a:bodyPr wrap="square" lIns="137160" tIns="137160" rIns="137160" bIns="137160" rtlCol="0">
            <a:spAutoFit/>
          </a:bodyPr>
          <a:lstStyle/>
          <a:p>
            <a:pPr algn="ctr"/>
            <a:r>
              <a:rPr lang="en-US" b="1"/>
              <a:t>Read</a:t>
            </a:r>
            <a:r>
              <a:rPr lang="en-US"/>
              <a:t> the changes, </a:t>
            </a:r>
            <a:r>
              <a:rPr lang="en-US" b="1"/>
              <a:t>create</a:t>
            </a:r>
            <a:r>
              <a:rPr lang="en-US"/>
              <a:t> and </a:t>
            </a:r>
            <a:r>
              <a:rPr lang="en-US" b="1"/>
              <a:t>run</a:t>
            </a:r>
            <a:r>
              <a:rPr lang="en-US"/>
              <a:t> test cases in the server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FA998642-7CF0-70C5-D9FA-A389414AB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27647" y="949120"/>
            <a:ext cx="739927" cy="739927"/>
            <a:chOff x="4318" y="1008"/>
            <a:chExt cx="2304" cy="2304"/>
          </a:xfrm>
          <a:solidFill>
            <a:schemeClr val="tx2"/>
          </a:solidFill>
        </p:grpSpPr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2515C1C9-CD96-169B-EDC6-9EADB8FDB2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" y="1008"/>
              <a:ext cx="2304" cy="2304"/>
            </a:xfrm>
            <a:custGeom>
              <a:avLst/>
              <a:gdLst>
                <a:gd name="T0" fmla="*/ 1794 w 13824"/>
                <a:gd name="T1" fmla="*/ 9213 h 13824"/>
                <a:gd name="T2" fmla="*/ 0 w 13824"/>
                <a:gd name="T3" fmla="*/ 7838 h 13824"/>
                <a:gd name="T4" fmla="*/ 0 w 13824"/>
                <a:gd name="T5" fmla="*/ 7341 h 13824"/>
                <a:gd name="T6" fmla="*/ 1794 w 13824"/>
                <a:gd name="T7" fmla="*/ 6463 h 13824"/>
                <a:gd name="T8" fmla="*/ 0 w 13824"/>
                <a:gd name="T9" fmla="*/ 6463 h 13824"/>
                <a:gd name="T10" fmla="*/ 1794 w 13824"/>
                <a:gd name="T11" fmla="*/ 4592 h 13824"/>
                <a:gd name="T12" fmla="*/ 12030 w 13824"/>
                <a:gd name="T13" fmla="*/ 9213 h 13824"/>
                <a:gd name="T14" fmla="*/ 12030 w 13824"/>
                <a:gd name="T15" fmla="*/ 8716 h 13824"/>
                <a:gd name="T16" fmla="*/ 13824 w 13824"/>
                <a:gd name="T17" fmla="*/ 7838 h 13824"/>
                <a:gd name="T18" fmla="*/ 12030 w 13824"/>
                <a:gd name="T19" fmla="*/ 7838 h 13824"/>
                <a:gd name="T20" fmla="*/ 13824 w 13824"/>
                <a:gd name="T21" fmla="*/ 5966 h 13824"/>
                <a:gd name="T22" fmla="*/ 12030 w 13824"/>
                <a:gd name="T23" fmla="*/ 4592 h 13824"/>
                <a:gd name="T24" fmla="*/ 13824 w 13824"/>
                <a:gd name="T25" fmla="*/ 4592 h 13824"/>
                <a:gd name="T26" fmla="*/ 9223 w 13824"/>
                <a:gd name="T27" fmla="*/ 13824 h 13824"/>
                <a:gd name="T28" fmla="*/ 8725 w 13824"/>
                <a:gd name="T29" fmla="*/ 13824 h 13824"/>
                <a:gd name="T30" fmla="*/ 7848 w 13824"/>
                <a:gd name="T31" fmla="*/ 12030 h 13824"/>
                <a:gd name="T32" fmla="*/ 5976 w 13824"/>
                <a:gd name="T33" fmla="*/ 13824 h 13824"/>
                <a:gd name="T34" fmla="*/ 5976 w 13824"/>
                <a:gd name="T35" fmla="*/ 12030 h 13824"/>
                <a:gd name="T36" fmla="*/ 5099 w 13824"/>
                <a:gd name="T37" fmla="*/ 13824 h 13824"/>
                <a:gd name="T38" fmla="*/ 4601 w 13824"/>
                <a:gd name="T39" fmla="*/ 13824 h 13824"/>
                <a:gd name="T40" fmla="*/ 8725 w 13824"/>
                <a:gd name="T41" fmla="*/ 1794 h 13824"/>
                <a:gd name="T42" fmla="*/ 7848 w 13824"/>
                <a:gd name="T43" fmla="*/ 0 h 13824"/>
                <a:gd name="T44" fmla="*/ 7848 w 13824"/>
                <a:gd name="T45" fmla="*/ 1794 h 13824"/>
                <a:gd name="T46" fmla="*/ 5976 w 13824"/>
                <a:gd name="T47" fmla="*/ 0 h 13824"/>
                <a:gd name="T48" fmla="*/ 6473 w 13824"/>
                <a:gd name="T49" fmla="*/ 0 h 13824"/>
                <a:gd name="T50" fmla="*/ 4601 w 13824"/>
                <a:gd name="T51" fmla="*/ 1794 h 13824"/>
                <a:gd name="T52" fmla="*/ 9915 w 13824"/>
                <a:gd name="T53" fmla="*/ 4621 h 13824"/>
                <a:gd name="T54" fmla="*/ 9915 w 13824"/>
                <a:gd name="T55" fmla="*/ 5118 h 13824"/>
                <a:gd name="T56" fmla="*/ 10490 w 13824"/>
                <a:gd name="T57" fmla="*/ 6435 h 13824"/>
                <a:gd name="T58" fmla="*/ 10490 w 13824"/>
                <a:gd name="T59" fmla="*/ 7262 h 13824"/>
                <a:gd name="T60" fmla="*/ 9915 w 13824"/>
                <a:gd name="T61" fmla="*/ 8579 h 13824"/>
                <a:gd name="T62" fmla="*/ 9915 w 13824"/>
                <a:gd name="T63" fmla="*/ 9076 h 13824"/>
                <a:gd name="T64" fmla="*/ 9173 w 13824"/>
                <a:gd name="T65" fmla="*/ 10392 h 13824"/>
                <a:gd name="T66" fmla="*/ 7848 w 13824"/>
                <a:gd name="T67" fmla="*/ 9817 h 13824"/>
                <a:gd name="T68" fmla="*/ 7351 w 13824"/>
                <a:gd name="T69" fmla="*/ 9817 h 13824"/>
                <a:gd name="T70" fmla="*/ 6035 w 13824"/>
                <a:gd name="T71" fmla="*/ 10392 h 13824"/>
                <a:gd name="T72" fmla="*/ 5216 w 13824"/>
                <a:gd name="T73" fmla="*/ 10392 h 13824"/>
                <a:gd name="T74" fmla="*/ 3977 w 13824"/>
                <a:gd name="T75" fmla="*/ 9817 h 13824"/>
                <a:gd name="T76" fmla="*/ 3402 w 13824"/>
                <a:gd name="T77" fmla="*/ 8579 h 13824"/>
                <a:gd name="T78" fmla="*/ 3402 w 13824"/>
                <a:gd name="T79" fmla="*/ 7761 h 13824"/>
                <a:gd name="T80" fmla="*/ 3977 w 13824"/>
                <a:gd name="T81" fmla="*/ 6435 h 13824"/>
                <a:gd name="T82" fmla="*/ 3977 w 13824"/>
                <a:gd name="T83" fmla="*/ 5947 h 13824"/>
                <a:gd name="T84" fmla="*/ 3402 w 13824"/>
                <a:gd name="T85" fmla="*/ 4621 h 13824"/>
                <a:gd name="T86" fmla="*/ 4719 w 13824"/>
                <a:gd name="T87" fmla="*/ 3880 h 13824"/>
                <a:gd name="T88" fmla="*/ 5216 w 13824"/>
                <a:gd name="T89" fmla="*/ 3880 h 13824"/>
                <a:gd name="T90" fmla="*/ 6532 w 13824"/>
                <a:gd name="T91" fmla="*/ 3305 h 13824"/>
                <a:gd name="T92" fmla="*/ 7351 w 13824"/>
                <a:gd name="T93" fmla="*/ 3305 h 13824"/>
                <a:gd name="T94" fmla="*/ 8676 w 13824"/>
                <a:gd name="T95" fmla="*/ 3880 h 13824"/>
                <a:gd name="T96" fmla="*/ 9173 w 13824"/>
                <a:gd name="T97" fmla="*/ 3880 h 13824"/>
                <a:gd name="T98" fmla="*/ 9255 w 13824"/>
                <a:gd name="T99" fmla="*/ 4539 h 13824"/>
                <a:gd name="T100" fmla="*/ 9255 w 13824"/>
                <a:gd name="T101" fmla="*/ 9158 h 13824"/>
                <a:gd name="T102" fmla="*/ 3149 w 13824"/>
                <a:gd name="T103" fmla="*/ 11631 h 13824"/>
                <a:gd name="T104" fmla="*/ 2164 w 13824"/>
                <a:gd name="T105" fmla="*/ 11631 h 13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824" h="13824">
                  <a:moveTo>
                    <a:pt x="0" y="8716"/>
                  </a:moveTo>
                  <a:lnTo>
                    <a:pt x="1794" y="8716"/>
                  </a:lnTo>
                  <a:lnTo>
                    <a:pt x="1794" y="9213"/>
                  </a:lnTo>
                  <a:lnTo>
                    <a:pt x="0" y="9213"/>
                  </a:lnTo>
                  <a:lnTo>
                    <a:pt x="0" y="8716"/>
                  </a:lnTo>
                  <a:close/>
                  <a:moveTo>
                    <a:pt x="0" y="7838"/>
                  </a:moveTo>
                  <a:lnTo>
                    <a:pt x="1794" y="7838"/>
                  </a:lnTo>
                  <a:lnTo>
                    <a:pt x="1794" y="7341"/>
                  </a:lnTo>
                  <a:lnTo>
                    <a:pt x="0" y="7341"/>
                  </a:lnTo>
                  <a:lnTo>
                    <a:pt x="0" y="7838"/>
                  </a:lnTo>
                  <a:close/>
                  <a:moveTo>
                    <a:pt x="0" y="6463"/>
                  </a:moveTo>
                  <a:lnTo>
                    <a:pt x="1794" y="6463"/>
                  </a:lnTo>
                  <a:lnTo>
                    <a:pt x="1794" y="5966"/>
                  </a:lnTo>
                  <a:lnTo>
                    <a:pt x="0" y="5966"/>
                  </a:lnTo>
                  <a:lnTo>
                    <a:pt x="0" y="6463"/>
                  </a:lnTo>
                  <a:close/>
                  <a:moveTo>
                    <a:pt x="0" y="5089"/>
                  </a:moveTo>
                  <a:lnTo>
                    <a:pt x="1794" y="5089"/>
                  </a:lnTo>
                  <a:lnTo>
                    <a:pt x="1794" y="4592"/>
                  </a:lnTo>
                  <a:lnTo>
                    <a:pt x="0" y="4592"/>
                  </a:lnTo>
                  <a:lnTo>
                    <a:pt x="0" y="5089"/>
                  </a:lnTo>
                  <a:close/>
                  <a:moveTo>
                    <a:pt x="12030" y="9213"/>
                  </a:moveTo>
                  <a:lnTo>
                    <a:pt x="13824" y="9213"/>
                  </a:lnTo>
                  <a:lnTo>
                    <a:pt x="13824" y="8716"/>
                  </a:lnTo>
                  <a:lnTo>
                    <a:pt x="12030" y="8716"/>
                  </a:lnTo>
                  <a:lnTo>
                    <a:pt x="12030" y="9213"/>
                  </a:lnTo>
                  <a:close/>
                  <a:moveTo>
                    <a:pt x="12030" y="7838"/>
                  </a:moveTo>
                  <a:lnTo>
                    <a:pt x="13824" y="7838"/>
                  </a:lnTo>
                  <a:lnTo>
                    <a:pt x="13824" y="7341"/>
                  </a:lnTo>
                  <a:lnTo>
                    <a:pt x="12030" y="7341"/>
                  </a:lnTo>
                  <a:lnTo>
                    <a:pt x="12030" y="7838"/>
                  </a:lnTo>
                  <a:close/>
                  <a:moveTo>
                    <a:pt x="12030" y="6463"/>
                  </a:moveTo>
                  <a:lnTo>
                    <a:pt x="13824" y="6463"/>
                  </a:lnTo>
                  <a:lnTo>
                    <a:pt x="13824" y="5966"/>
                  </a:lnTo>
                  <a:lnTo>
                    <a:pt x="12030" y="5966"/>
                  </a:lnTo>
                  <a:lnTo>
                    <a:pt x="12030" y="6463"/>
                  </a:lnTo>
                  <a:close/>
                  <a:moveTo>
                    <a:pt x="12030" y="4592"/>
                  </a:moveTo>
                  <a:lnTo>
                    <a:pt x="12030" y="5089"/>
                  </a:lnTo>
                  <a:lnTo>
                    <a:pt x="13824" y="5089"/>
                  </a:lnTo>
                  <a:lnTo>
                    <a:pt x="13824" y="4592"/>
                  </a:lnTo>
                  <a:lnTo>
                    <a:pt x="12030" y="4592"/>
                  </a:lnTo>
                  <a:close/>
                  <a:moveTo>
                    <a:pt x="8725" y="13824"/>
                  </a:moveTo>
                  <a:lnTo>
                    <a:pt x="9223" y="13824"/>
                  </a:lnTo>
                  <a:lnTo>
                    <a:pt x="9223" y="12030"/>
                  </a:lnTo>
                  <a:lnTo>
                    <a:pt x="8725" y="12030"/>
                  </a:lnTo>
                  <a:lnTo>
                    <a:pt x="8725" y="13824"/>
                  </a:lnTo>
                  <a:close/>
                  <a:moveTo>
                    <a:pt x="7351" y="13824"/>
                  </a:moveTo>
                  <a:lnTo>
                    <a:pt x="7848" y="13824"/>
                  </a:lnTo>
                  <a:lnTo>
                    <a:pt x="7848" y="12030"/>
                  </a:lnTo>
                  <a:lnTo>
                    <a:pt x="7351" y="12030"/>
                  </a:lnTo>
                  <a:lnTo>
                    <a:pt x="7351" y="13824"/>
                  </a:lnTo>
                  <a:close/>
                  <a:moveTo>
                    <a:pt x="5976" y="13824"/>
                  </a:moveTo>
                  <a:lnTo>
                    <a:pt x="6473" y="13824"/>
                  </a:lnTo>
                  <a:lnTo>
                    <a:pt x="6473" y="12030"/>
                  </a:lnTo>
                  <a:lnTo>
                    <a:pt x="5976" y="12030"/>
                  </a:lnTo>
                  <a:lnTo>
                    <a:pt x="5976" y="13824"/>
                  </a:lnTo>
                  <a:close/>
                  <a:moveTo>
                    <a:pt x="4601" y="13824"/>
                  </a:moveTo>
                  <a:lnTo>
                    <a:pt x="5099" y="13824"/>
                  </a:lnTo>
                  <a:lnTo>
                    <a:pt x="5099" y="12030"/>
                  </a:lnTo>
                  <a:lnTo>
                    <a:pt x="4601" y="12030"/>
                  </a:lnTo>
                  <a:lnTo>
                    <a:pt x="4601" y="13824"/>
                  </a:lnTo>
                  <a:close/>
                  <a:moveTo>
                    <a:pt x="9223" y="0"/>
                  </a:moveTo>
                  <a:lnTo>
                    <a:pt x="8725" y="0"/>
                  </a:lnTo>
                  <a:lnTo>
                    <a:pt x="8725" y="1794"/>
                  </a:lnTo>
                  <a:lnTo>
                    <a:pt x="9223" y="1794"/>
                  </a:lnTo>
                  <a:lnTo>
                    <a:pt x="9223" y="0"/>
                  </a:lnTo>
                  <a:close/>
                  <a:moveTo>
                    <a:pt x="7848" y="0"/>
                  </a:moveTo>
                  <a:lnTo>
                    <a:pt x="7351" y="0"/>
                  </a:lnTo>
                  <a:lnTo>
                    <a:pt x="7351" y="1794"/>
                  </a:lnTo>
                  <a:lnTo>
                    <a:pt x="7848" y="1794"/>
                  </a:lnTo>
                  <a:lnTo>
                    <a:pt x="7848" y="0"/>
                  </a:lnTo>
                  <a:close/>
                  <a:moveTo>
                    <a:pt x="6473" y="0"/>
                  </a:moveTo>
                  <a:lnTo>
                    <a:pt x="5976" y="0"/>
                  </a:lnTo>
                  <a:lnTo>
                    <a:pt x="5976" y="1794"/>
                  </a:lnTo>
                  <a:lnTo>
                    <a:pt x="6473" y="1794"/>
                  </a:lnTo>
                  <a:lnTo>
                    <a:pt x="6473" y="0"/>
                  </a:lnTo>
                  <a:close/>
                  <a:moveTo>
                    <a:pt x="5099" y="0"/>
                  </a:moveTo>
                  <a:lnTo>
                    <a:pt x="4601" y="0"/>
                  </a:lnTo>
                  <a:lnTo>
                    <a:pt x="4601" y="1794"/>
                  </a:lnTo>
                  <a:lnTo>
                    <a:pt x="5099" y="1794"/>
                  </a:lnTo>
                  <a:lnTo>
                    <a:pt x="5099" y="0"/>
                  </a:lnTo>
                  <a:close/>
                  <a:moveTo>
                    <a:pt x="9915" y="4621"/>
                  </a:moveTo>
                  <a:lnTo>
                    <a:pt x="10490" y="4621"/>
                  </a:lnTo>
                  <a:lnTo>
                    <a:pt x="10490" y="5118"/>
                  </a:lnTo>
                  <a:lnTo>
                    <a:pt x="9915" y="5118"/>
                  </a:lnTo>
                  <a:lnTo>
                    <a:pt x="9915" y="5947"/>
                  </a:lnTo>
                  <a:lnTo>
                    <a:pt x="10490" y="5947"/>
                  </a:lnTo>
                  <a:lnTo>
                    <a:pt x="10490" y="6435"/>
                  </a:lnTo>
                  <a:lnTo>
                    <a:pt x="9915" y="6435"/>
                  </a:lnTo>
                  <a:lnTo>
                    <a:pt x="9915" y="7262"/>
                  </a:lnTo>
                  <a:lnTo>
                    <a:pt x="10490" y="7262"/>
                  </a:lnTo>
                  <a:lnTo>
                    <a:pt x="10490" y="7761"/>
                  </a:lnTo>
                  <a:lnTo>
                    <a:pt x="9915" y="7761"/>
                  </a:lnTo>
                  <a:lnTo>
                    <a:pt x="9915" y="8579"/>
                  </a:lnTo>
                  <a:lnTo>
                    <a:pt x="10490" y="8579"/>
                  </a:lnTo>
                  <a:lnTo>
                    <a:pt x="10490" y="9076"/>
                  </a:lnTo>
                  <a:lnTo>
                    <a:pt x="9915" y="9076"/>
                  </a:lnTo>
                  <a:lnTo>
                    <a:pt x="9915" y="9817"/>
                  </a:lnTo>
                  <a:lnTo>
                    <a:pt x="9173" y="9817"/>
                  </a:lnTo>
                  <a:lnTo>
                    <a:pt x="9173" y="10392"/>
                  </a:lnTo>
                  <a:lnTo>
                    <a:pt x="8676" y="10392"/>
                  </a:lnTo>
                  <a:lnTo>
                    <a:pt x="8676" y="9817"/>
                  </a:lnTo>
                  <a:lnTo>
                    <a:pt x="7848" y="9817"/>
                  </a:lnTo>
                  <a:lnTo>
                    <a:pt x="7848" y="10392"/>
                  </a:lnTo>
                  <a:lnTo>
                    <a:pt x="7351" y="10392"/>
                  </a:lnTo>
                  <a:lnTo>
                    <a:pt x="7351" y="9817"/>
                  </a:lnTo>
                  <a:lnTo>
                    <a:pt x="6532" y="9817"/>
                  </a:lnTo>
                  <a:lnTo>
                    <a:pt x="6532" y="10392"/>
                  </a:lnTo>
                  <a:lnTo>
                    <a:pt x="6035" y="10392"/>
                  </a:lnTo>
                  <a:lnTo>
                    <a:pt x="6035" y="9817"/>
                  </a:lnTo>
                  <a:lnTo>
                    <a:pt x="5216" y="9817"/>
                  </a:lnTo>
                  <a:lnTo>
                    <a:pt x="5216" y="10392"/>
                  </a:lnTo>
                  <a:lnTo>
                    <a:pt x="4719" y="10392"/>
                  </a:lnTo>
                  <a:lnTo>
                    <a:pt x="4719" y="9817"/>
                  </a:lnTo>
                  <a:lnTo>
                    <a:pt x="3977" y="9817"/>
                  </a:lnTo>
                  <a:lnTo>
                    <a:pt x="3977" y="9076"/>
                  </a:lnTo>
                  <a:lnTo>
                    <a:pt x="3402" y="9076"/>
                  </a:lnTo>
                  <a:lnTo>
                    <a:pt x="3402" y="8579"/>
                  </a:lnTo>
                  <a:lnTo>
                    <a:pt x="3977" y="8579"/>
                  </a:lnTo>
                  <a:lnTo>
                    <a:pt x="3977" y="7761"/>
                  </a:lnTo>
                  <a:lnTo>
                    <a:pt x="3402" y="7761"/>
                  </a:lnTo>
                  <a:lnTo>
                    <a:pt x="3402" y="7262"/>
                  </a:lnTo>
                  <a:lnTo>
                    <a:pt x="3977" y="7262"/>
                  </a:lnTo>
                  <a:lnTo>
                    <a:pt x="3977" y="6435"/>
                  </a:lnTo>
                  <a:lnTo>
                    <a:pt x="3402" y="6435"/>
                  </a:lnTo>
                  <a:lnTo>
                    <a:pt x="3402" y="5947"/>
                  </a:lnTo>
                  <a:lnTo>
                    <a:pt x="3977" y="5947"/>
                  </a:lnTo>
                  <a:lnTo>
                    <a:pt x="3977" y="5118"/>
                  </a:lnTo>
                  <a:lnTo>
                    <a:pt x="3402" y="5118"/>
                  </a:lnTo>
                  <a:lnTo>
                    <a:pt x="3402" y="4621"/>
                  </a:lnTo>
                  <a:lnTo>
                    <a:pt x="3977" y="4621"/>
                  </a:lnTo>
                  <a:lnTo>
                    <a:pt x="3977" y="3880"/>
                  </a:lnTo>
                  <a:lnTo>
                    <a:pt x="4719" y="3880"/>
                  </a:lnTo>
                  <a:lnTo>
                    <a:pt x="4719" y="3305"/>
                  </a:lnTo>
                  <a:lnTo>
                    <a:pt x="5216" y="3305"/>
                  </a:lnTo>
                  <a:lnTo>
                    <a:pt x="5216" y="3880"/>
                  </a:lnTo>
                  <a:lnTo>
                    <a:pt x="6035" y="3880"/>
                  </a:lnTo>
                  <a:lnTo>
                    <a:pt x="6035" y="3305"/>
                  </a:lnTo>
                  <a:lnTo>
                    <a:pt x="6532" y="3305"/>
                  </a:lnTo>
                  <a:lnTo>
                    <a:pt x="6532" y="3880"/>
                  </a:lnTo>
                  <a:lnTo>
                    <a:pt x="7351" y="3880"/>
                  </a:lnTo>
                  <a:lnTo>
                    <a:pt x="7351" y="3305"/>
                  </a:lnTo>
                  <a:lnTo>
                    <a:pt x="7848" y="3305"/>
                  </a:lnTo>
                  <a:lnTo>
                    <a:pt x="7848" y="3880"/>
                  </a:lnTo>
                  <a:lnTo>
                    <a:pt x="8676" y="3880"/>
                  </a:lnTo>
                  <a:lnTo>
                    <a:pt x="8676" y="3305"/>
                  </a:lnTo>
                  <a:lnTo>
                    <a:pt x="9173" y="3305"/>
                  </a:lnTo>
                  <a:lnTo>
                    <a:pt x="9173" y="3880"/>
                  </a:lnTo>
                  <a:lnTo>
                    <a:pt x="9915" y="3880"/>
                  </a:lnTo>
                  <a:lnTo>
                    <a:pt x="9915" y="4621"/>
                  </a:lnTo>
                  <a:close/>
                  <a:moveTo>
                    <a:pt x="9255" y="4539"/>
                  </a:moveTo>
                  <a:lnTo>
                    <a:pt x="4637" y="4539"/>
                  </a:lnTo>
                  <a:lnTo>
                    <a:pt x="4637" y="9158"/>
                  </a:lnTo>
                  <a:lnTo>
                    <a:pt x="9255" y="9158"/>
                  </a:lnTo>
                  <a:lnTo>
                    <a:pt x="9255" y="4539"/>
                  </a:lnTo>
                  <a:close/>
                  <a:moveTo>
                    <a:pt x="2164" y="11631"/>
                  </a:moveTo>
                  <a:lnTo>
                    <a:pt x="3149" y="11631"/>
                  </a:lnTo>
                  <a:lnTo>
                    <a:pt x="3149" y="10646"/>
                  </a:lnTo>
                  <a:lnTo>
                    <a:pt x="2164" y="10646"/>
                  </a:lnTo>
                  <a:lnTo>
                    <a:pt x="2164" y="116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F12CB803-FBF2-BD90-5C78-E2F668F759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06" y="1380"/>
              <a:ext cx="1539" cy="1539"/>
            </a:xfrm>
            <a:custGeom>
              <a:avLst/>
              <a:gdLst>
                <a:gd name="T0" fmla="*/ 4338 w 9233"/>
                <a:gd name="T1" fmla="*/ 3538 h 9232"/>
                <a:gd name="T2" fmla="*/ 3580 w 9233"/>
                <a:gd name="T3" fmla="*/ 5279 h 9232"/>
                <a:gd name="T4" fmla="*/ 3732 w 9233"/>
                <a:gd name="T5" fmla="*/ 4914 h 9232"/>
                <a:gd name="T6" fmla="*/ 5531 w 9233"/>
                <a:gd name="T7" fmla="*/ 5858 h 9232"/>
                <a:gd name="T8" fmla="*/ 9233 w 9233"/>
                <a:gd name="T9" fmla="*/ 660 h 9232"/>
                <a:gd name="T10" fmla="*/ 9230 w 9233"/>
                <a:gd name="T11" fmla="*/ 8137 h 9232"/>
                <a:gd name="T12" fmla="*/ 9219 w 9233"/>
                <a:gd name="T13" fmla="*/ 8253 h 9232"/>
                <a:gd name="T14" fmla="*/ 9196 w 9233"/>
                <a:gd name="T15" fmla="*/ 8366 h 9232"/>
                <a:gd name="T16" fmla="*/ 9162 w 9233"/>
                <a:gd name="T17" fmla="*/ 8474 h 9232"/>
                <a:gd name="T18" fmla="*/ 9118 w 9233"/>
                <a:gd name="T19" fmla="*/ 8578 h 9232"/>
                <a:gd name="T20" fmla="*/ 9065 w 9233"/>
                <a:gd name="T21" fmla="*/ 8676 h 9232"/>
                <a:gd name="T22" fmla="*/ 9002 w 9233"/>
                <a:gd name="T23" fmla="*/ 8768 h 9232"/>
                <a:gd name="T24" fmla="*/ 8894 w 9233"/>
                <a:gd name="T25" fmla="*/ 8893 h 9232"/>
                <a:gd name="T26" fmla="*/ 8769 w 9233"/>
                <a:gd name="T27" fmla="*/ 9002 h 9232"/>
                <a:gd name="T28" fmla="*/ 8676 w 9233"/>
                <a:gd name="T29" fmla="*/ 9064 h 9232"/>
                <a:gd name="T30" fmla="*/ 8578 w 9233"/>
                <a:gd name="T31" fmla="*/ 9118 h 9232"/>
                <a:gd name="T32" fmla="*/ 8474 w 9233"/>
                <a:gd name="T33" fmla="*/ 9162 h 9232"/>
                <a:gd name="T34" fmla="*/ 8366 w 9233"/>
                <a:gd name="T35" fmla="*/ 9195 h 9232"/>
                <a:gd name="T36" fmla="*/ 8254 w 9233"/>
                <a:gd name="T37" fmla="*/ 9218 h 9232"/>
                <a:gd name="T38" fmla="*/ 8137 w 9233"/>
                <a:gd name="T39" fmla="*/ 9230 h 9232"/>
                <a:gd name="T40" fmla="*/ 7877 w 9233"/>
                <a:gd name="T41" fmla="*/ 9232 h 9232"/>
                <a:gd name="T42" fmla="*/ 4387 w 9233"/>
                <a:gd name="T43" fmla="*/ 8574 h 9232"/>
                <a:gd name="T44" fmla="*/ 8128 w 9233"/>
                <a:gd name="T45" fmla="*/ 8571 h 9232"/>
                <a:gd name="T46" fmla="*/ 8225 w 9233"/>
                <a:gd name="T47" fmla="*/ 8552 h 9232"/>
                <a:gd name="T48" fmla="*/ 8315 w 9233"/>
                <a:gd name="T49" fmla="*/ 8514 h 9232"/>
                <a:gd name="T50" fmla="*/ 8393 w 9233"/>
                <a:gd name="T51" fmla="*/ 8460 h 9232"/>
                <a:gd name="T52" fmla="*/ 8460 w 9233"/>
                <a:gd name="T53" fmla="*/ 8394 h 9232"/>
                <a:gd name="T54" fmla="*/ 8513 w 9233"/>
                <a:gd name="T55" fmla="*/ 8315 h 9232"/>
                <a:gd name="T56" fmla="*/ 8550 w 9233"/>
                <a:gd name="T57" fmla="*/ 8225 h 9232"/>
                <a:gd name="T58" fmla="*/ 8570 w 9233"/>
                <a:gd name="T59" fmla="*/ 8129 h 9232"/>
                <a:gd name="T60" fmla="*/ 8574 w 9233"/>
                <a:gd name="T61" fmla="*/ 659 h 9232"/>
                <a:gd name="T62" fmla="*/ 1104 w 9233"/>
                <a:gd name="T63" fmla="*/ 661 h 9232"/>
                <a:gd name="T64" fmla="*/ 1008 w 9233"/>
                <a:gd name="T65" fmla="*/ 681 h 9232"/>
                <a:gd name="T66" fmla="*/ 919 w 9233"/>
                <a:gd name="T67" fmla="*/ 718 h 9232"/>
                <a:gd name="T68" fmla="*/ 839 w 9233"/>
                <a:gd name="T69" fmla="*/ 771 h 9232"/>
                <a:gd name="T70" fmla="*/ 773 w 9233"/>
                <a:gd name="T71" fmla="*/ 838 h 9232"/>
                <a:gd name="T72" fmla="*/ 719 w 9233"/>
                <a:gd name="T73" fmla="*/ 918 h 9232"/>
                <a:gd name="T74" fmla="*/ 682 w 9233"/>
                <a:gd name="T75" fmla="*/ 1006 h 9232"/>
                <a:gd name="T76" fmla="*/ 662 w 9233"/>
                <a:gd name="T77" fmla="*/ 1103 h 9232"/>
                <a:gd name="T78" fmla="*/ 653 w 9233"/>
                <a:gd name="T79" fmla="*/ 4536 h 9232"/>
                <a:gd name="T80" fmla="*/ 0 w 9233"/>
                <a:gd name="T81" fmla="*/ 2144 h 9232"/>
                <a:gd name="T82" fmla="*/ 2 w 9233"/>
                <a:gd name="T83" fmla="*/ 1094 h 9232"/>
                <a:gd name="T84" fmla="*/ 13 w 9233"/>
                <a:gd name="T85" fmla="*/ 978 h 9232"/>
                <a:gd name="T86" fmla="*/ 36 w 9233"/>
                <a:gd name="T87" fmla="*/ 865 h 9232"/>
                <a:gd name="T88" fmla="*/ 70 w 9233"/>
                <a:gd name="T89" fmla="*/ 757 h 9232"/>
                <a:gd name="T90" fmla="*/ 114 w 9233"/>
                <a:gd name="T91" fmla="*/ 653 h 9232"/>
                <a:gd name="T92" fmla="*/ 167 w 9233"/>
                <a:gd name="T93" fmla="*/ 555 h 9232"/>
                <a:gd name="T94" fmla="*/ 229 w 9233"/>
                <a:gd name="T95" fmla="*/ 464 h 9232"/>
                <a:gd name="T96" fmla="*/ 338 w 9233"/>
                <a:gd name="T97" fmla="*/ 338 h 9232"/>
                <a:gd name="T98" fmla="*/ 464 w 9233"/>
                <a:gd name="T99" fmla="*/ 229 h 9232"/>
                <a:gd name="T100" fmla="*/ 556 w 9233"/>
                <a:gd name="T101" fmla="*/ 167 h 9232"/>
                <a:gd name="T102" fmla="*/ 654 w 9233"/>
                <a:gd name="T103" fmla="*/ 113 h 9232"/>
                <a:gd name="T104" fmla="*/ 758 w 9233"/>
                <a:gd name="T105" fmla="*/ 69 h 9232"/>
                <a:gd name="T106" fmla="*/ 866 w 9233"/>
                <a:gd name="T107" fmla="*/ 36 h 9232"/>
                <a:gd name="T108" fmla="*/ 978 w 9233"/>
                <a:gd name="T109" fmla="*/ 13 h 9232"/>
                <a:gd name="T110" fmla="*/ 1095 w 9233"/>
                <a:gd name="T111" fmla="*/ 1 h 9232"/>
                <a:gd name="T112" fmla="*/ 9233 w 9233"/>
                <a:gd name="T113" fmla="*/ 0 h 9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33" h="9232">
                  <a:moveTo>
                    <a:pt x="4644" y="5279"/>
                  </a:moveTo>
                  <a:lnTo>
                    <a:pt x="4888" y="5858"/>
                  </a:lnTo>
                  <a:lnTo>
                    <a:pt x="5332" y="5858"/>
                  </a:lnTo>
                  <a:lnTo>
                    <a:pt x="4338" y="3538"/>
                  </a:lnTo>
                  <a:lnTo>
                    <a:pt x="3900" y="3538"/>
                  </a:lnTo>
                  <a:lnTo>
                    <a:pt x="2905" y="5858"/>
                  </a:lnTo>
                  <a:lnTo>
                    <a:pt x="3340" y="5858"/>
                  </a:lnTo>
                  <a:lnTo>
                    <a:pt x="3580" y="5279"/>
                  </a:lnTo>
                  <a:lnTo>
                    <a:pt x="4644" y="5279"/>
                  </a:lnTo>
                  <a:close/>
                  <a:moveTo>
                    <a:pt x="4114" y="4002"/>
                  </a:moveTo>
                  <a:lnTo>
                    <a:pt x="4493" y="4914"/>
                  </a:lnTo>
                  <a:lnTo>
                    <a:pt x="3732" y="4914"/>
                  </a:lnTo>
                  <a:lnTo>
                    <a:pt x="4114" y="4002"/>
                  </a:lnTo>
                  <a:close/>
                  <a:moveTo>
                    <a:pt x="5924" y="3537"/>
                  </a:moveTo>
                  <a:lnTo>
                    <a:pt x="5924" y="5858"/>
                  </a:lnTo>
                  <a:lnTo>
                    <a:pt x="5531" y="5858"/>
                  </a:lnTo>
                  <a:lnTo>
                    <a:pt x="5531" y="3537"/>
                  </a:lnTo>
                  <a:lnTo>
                    <a:pt x="5924" y="3537"/>
                  </a:lnTo>
                  <a:close/>
                  <a:moveTo>
                    <a:pt x="9233" y="0"/>
                  </a:moveTo>
                  <a:lnTo>
                    <a:pt x="9233" y="660"/>
                  </a:lnTo>
                  <a:lnTo>
                    <a:pt x="9233" y="8078"/>
                  </a:lnTo>
                  <a:lnTo>
                    <a:pt x="9233" y="8078"/>
                  </a:lnTo>
                  <a:lnTo>
                    <a:pt x="9232" y="8107"/>
                  </a:lnTo>
                  <a:lnTo>
                    <a:pt x="9230" y="8137"/>
                  </a:lnTo>
                  <a:lnTo>
                    <a:pt x="9229" y="8167"/>
                  </a:lnTo>
                  <a:lnTo>
                    <a:pt x="9226" y="8196"/>
                  </a:lnTo>
                  <a:lnTo>
                    <a:pt x="9223" y="8224"/>
                  </a:lnTo>
                  <a:lnTo>
                    <a:pt x="9219" y="8253"/>
                  </a:lnTo>
                  <a:lnTo>
                    <a:pt x="9214" y="8282"/>
                  </a:lnTo>
                  <a:lnTo>
                    <a:pt x="9208" y="8310"/>
                  </a:lnTo>
                  <a:lnTo>
                    <a:pt x="9203" y="8338"/>
                  </a:lnTo>
                  <a:lnTo>
                    <a:pt x="9196" y="8366"/>
                  </a:lnTo>
                  <a:lnTo>
                    <a:pt x="9189" y="8393"/>
                  </a:lnTo>
                  <a:lnTo>
                    <a:pt x="9181" y="8420"/>
                  </a:lnTo>
                  <a:lnTo>
                    <a:pt x="9172" y="8448"/>
                  </a:lnTo>
                  <a:lnTo>
                    <a:pt x="9162" y="8474"/>
                  </a:lnTo>
                  <a:lnTo>
                    <a:pt x="9152" y="8501"/>
                  </a:lnTo>
                  <a:lnTo>
                    <a:pt x="9141" y="8526"/>
                  </a:lnTo>
                  <a:lnTo>
                    <a:pt x="9130" y="8553"/>
                  </a:lnTo>
                  <a:lnTo>
                    <a:pt x="9118" y="8578"/>
                  </a:lnTo>
                  <a:lnTo>
                    <a:pt x="9106" y="8602"/>
                  </a:lnTo>
                  <a:lnTo>
                    <a:pt x="9093" y="8628"/>
                  </a:lnTo>
                  <a:lnTo>
                    <a:pt x="9079" y="8652"/>
                  </a:lnTo>
                  <a:lnTo>
                    <a:pt x="9065" y="8676"/>
                  </a:lnTo>
                  <a:lnTo>
                    <a:pt x="9051" y="8699"/>
                  </a:lnTo>
                  <a:lnTo>
                    <a:pt x="9035" y="8722"/>
                  </a:lnTo>
                  <a:lnTo>
                    <a:pt x="9019" y="8746"/>
                  </a:lnTo>
                  <a:lnTo>
                    <a:pt x="9002" y="8768"/>
                  </a:lnTo>
                  <a:lnTo>
                    <a:pt x="8986" y="8790"/>
                  </a:lnTo>
                  <a:lnTo>
                    <a:pt x="8968" y="8812"/>
                  </a:lnTo>
                  <a:lnTo>
                    <a:pt x="8932" y="8854"/>
                  </a:lnTo>
                  <a:lnTo>
                    <a:pt x="8894" y="8893"/>
                  </a:lnTo>
                  <a:lnTo>
                    <a:pt x="8854" y="8932"/>
                  </a:lnTo>
                  <a:lnTo>
                    <a:pt x="8812" y="8968"/>
                  </a:lnTo>
                  <a:lnTo>
                    <a:pt x="8791" y="8986"/>
                  </a:lnTo>
                  <a:lnTo>
                    <a:pt x="8769" y="9002"/>
                  </a:lnTo>
                  <a:lnTo>
                    <a:pt x="8746" y="9019"/>
                  </a:lnTo>
                  <a:lnTo>
                    <a:pt x="8723" y="9034"/>
                  </a:lnTo>
                  <a:lnTo>
                    <a:pt x="8700" y="9050"/>
                  </a:lnTo>
                  <a:lnTo>
                    <a:pt x="8676" y="9064"/>
                  </a:lnTo>
                  <a:lnTo>
                    <a:pt x="8652" y="9078"/>
                  </a:lnTo>
                  <a:lnTo>
                    <a:pt x="8628" y="9093"/>
                  </a:lnTo>
                  <a:lnTo>
                    <a:pt x="8603" y="9106"/>
                  </a:lnTo>
                  <a:lnTo>
                    <a:pt x="8578" y="9118"/>
                  </a:lnTo>
                  <a:lnTo>
                    <a:pt x="8553" y="9130"/>
                  </a:lnTo>
                  <a:lnTo>
                    <a:pt x="8527" y="9141"/>
                  </a:lnTo>
                  <a:lnTo>
                    <a:pt x="8501" y="9151"/>
                  </a:lnTo>
                  <a:lnTo>
                    <a:pt x="8474" y="9162"/>
                  </a:lnTo>
                  <a:lnTo>
                    <a:pt x="8448" y="9171"/>
                  </a:lnTo>
                  <a:lnTo>
                    <a:pt x="8422" y="9180"/>
                  </a:lnTo>
                  <a:lnTo>
                    <a:pt x="8394" y="9187"/>
                  </a:lnTo>
                  <a:lnTo>
                    <a:pt x="8366" y="9195"/>
                  </a:lnTo>
                  <a:lnTo>
                    <a:pt x="8339" y="9202"/>
                  </a:lnTo>
                  <a:lnTo>
                    <a:pt x="8310" y="9208"/>
                  </a:lnTo>
                  <a:lnTo>
                    <a:pt x="8283" y="9214"/>
                  </a:lnTo>
                  <a:lnTo>
                    <a:pt x="8254" y="9218"/>
                  </a:lnTo>
                  <a:lnTo>
                    <a:pt x="8225" y="9223"/>
                  </a:lnTo>
                  <a:lnTo>
                    <a:pt x="8196" y="9226"/>
                  </a:lnTo>
                  <a:lnTo>
                    <a:pt x="8167" y="9228"/>
                  </a:lnTo>
                  <a:lnTo>
                    <a:pt x="8137" y="9230"/>
                  </a:lnTo>
                  <a:lnTo>
                    <a:pt x="8107" y="9232"/>
                  </a:lnTo>
                  <a:lnTo>
                    <a:pt x="8078" y="9232"/>
                  </a:lnTo>
                  <a:lnTo>
                    <a:pt x="7877" y="9232"/>
                  </a:lnTo>
                  <a:lnTo>
                    <a:pt x="7877" y="9232"/>
                  </a:lnTo>
                  <a:lnTo>
                    <a:pt x="1335" y="9232"/>
                  </a:lnTo>
                  <a:lnTo>
                    <a:pt x="1335" y="8578"/>
                  </a:lnTo>
                  <a:lnTo>
                    <a:pt x="4387" y="8578"/>
                  </a:lnTo>
                  <a:lnTo>
                    <a:pt x="4387" y="8574"/>
                  </a:lnTo>
                  <a:lnTo>
                    <a:pt x="8078" y="8574"/>
                  </a:lnTo>
                  <a:lnTo>
                    <a:pt x="8078" y="8574"/>
                  </a:lnTo>
                  <a:lnTo>
                    <a:pt x="8104" y="8573"/>
                  </a:lnTo>
                  <a:lnTo>
                    <a:pt x="8128" y="8571"/>
                  </a:lnTo>
                  <a:lnTo>
                    <a:pt x="8154" y="8568"/>
                  </a:lnTo>
                  <a:lnTo>
                    <a:pt x="8178" y="8564"/>
                  </a:lnTo>
                  <a:lnTo>
                    <a:pt x="8202" y="8558"/>
                  </a:lnTo>
                  <a:lnTo>
                    <a:pt x="8225" y="8552"/>
                  </a:lnTo>
                  <a:lnTo>
                    <a:pt x="8248" y="8544"/>
                  </a:lnTo>
                  <a:lnTo>
                    <a:pt x="8271" y="8535"/>
                  </a:lnTo>
                  <a:lnTo>
                    <a:pt x="8293" y="8525"/>
                  </a:lnTo>
                  <a:lnTo>
                    <a:pt x="8315" y="8514"/>
                  </a:lnTo>
                  <a:lnTo>
                    <a:pt x="8334" y="8502"/>
                  </a:lnTo>
                  <a:lnTo>
                    <a:pt x="8355" y="8489"/>
                  </a:lnTo>
                  <a:lnTo>
                    <a:pt x="8374" y="8476"/>
                  </a:lnTo>
                  <a:lnTo>
                    <a:pt x="8393" y="8460"/>
                  </a:lnTo>
                  <a:lnTo>
                    <a:pt x="8412" y="8445"/>
                  </a:lnTo>
                  <a:lnTo>
                    <a:pt x="8428" y="8428"/>
                  </a:lnTo>
                  <a:lnTo>
                    <a:pt x="8445" y="8412"/>
                  </a:lnTo>
                  <a:lnTo>
                    <a:pt x="8460" y="8394"/>
                  </a:lnTo>
                  <a:lnTo>
                    <a:pt x="8474" y="8375"/>
                  </a:lnTo>
                  <a:lnTo>
                    <a:pt x="8489" y="8355"/>
                  </a:lnTo>
                  <a:lnTo>
                    <a:pt x="8502" y="8336"/>
                  </a:lnTo>
                  <a:lnTo>
                    <a:pt x="8513" y="8315"/>
                  </a:lnTo>
                  <a:lnTo>
                    <a:pt x="8524" y="8294"/>
                  </a:lnTo>
                  <a:lnTo>
                    <a:pt x="8534" y="8272"/>
                  </a:lnTo>
                  <a:lnTo>
                    <a:pt x="8543" y="8249"/>
                  </a:lnTo>
                  <a:lnTo>
                    <a:pt x="8550" y="8225"/>
                  </a:lnTo>
                  <a:lnTo>
                    <a:pt x="8557" y="8202"/>
                  </a:lnTo>
                  <a:lnTo>
                    <a:pt x="8563" y="8178"/>
                  </a:lnTo>
                  <a:lnTo>
                    <a:pt x="8567" y="8154"/>
                  </a:lnTo>
                  <a:lnTo>
                    <a:pt x="8570" y="8129"/>
                  </a:lnTo>
                  <a:lnTo>
                    <a:pt x="8572" y="8104"/>
                  </a:lnTo>
                  <a:lnTo>
                    <a:pt x="8574" y="8079"/>
                  </a:lnTo>
                  <a:lnTo>
                    <a:pt x="8574" y="660"/>
                  </a:lnTo>
                  <a:lnTo>
                    <a:pt x="8574" y="659"/>
                  </a:lnTo>
                  <a:lnTo>
                    <a:pt x="1155" y="659"/>
                  </a:lnTo>
                  <a:lnTo>
                    <a:pt x="1155" y="659"/>
                  </a:lnTo>
                  <a:lnTo>
                    <a:pt x="1129" y="659"/>
                  </a:lnTo>
                  <a:lnTo>
                    <a:pt x="1104" y="661"/>
                  </a:lnTo>
                  <a:lnTo>
                    <a:pt x="1080" y="664"/>
                  </a:lnTo>
                  <a:lnTo>
                    <a:pt x="1055" y="669"/>
                  </a:lnTo>
                  <a:lnTo>
                    <a:pt x="1031" y="674"/>
                  </a:lnTo>
                  <a:lnTo>
                    <a:pt x="1008" y="681"/>
                  </a:lnTo>
                  <a:lnTo>
                    <a:pt x="985" y="689"/>
                  </a:lnTo>
                  <a:lnTo>
                    <a:pt x="962" y="697"/>
                  </a:lnTo>
                  <a:lnTo>
                    <a:pt x="940" y="707"/>
                  </a:lnTo>
                  <a:lnTo>
                    <a:pt x="919" y="718"/>
                  </a:lnTo>
                  <a:lnTo>
                    <a:pt x="898" y="730"/>
                  </a:lnTo>
                  <a:lnTo>
                    <a:pt x="878" y="744"/>
                  </a:lnTo>
                  <a:lnTo>
                    <a:pt x="858" y="757"/>
                  </a:lnTo>
                  <a:lnTo>
                    <a:pt x="839" y="771"/>
                  </a:lnTo>
                  <a:lnTo>
                    <a:pt x="822" y="787"/>
                  </a:lnTo>
                  <a:lnTo>
                    <a:pt x="805" y="803"/>
                  </a:lnTo>
                  <a:lnTo>
                    <a:pt x="789" y="821"/>
                  </a:lnTo>
                  <a:lnTo>
                    <a:pt x="773" y="838"/>
                  </a:lnTo>
                  <a:lnTo>
                    <a:pt x="758" y="857"/>
                  </a:lnTo>
                  <a:lnTo>
                    <a:pt x="745" y="877"/>
                  </a:lnTo>
                  <a:lnTo>
                    <a:pt x="731" y="897"/>
                  </a:lnTo>
                  <a:lnTo>
                    <a:pt x="719" y="918"/>
                  </a:lnTo>
                  <a:lnTo>
                    <a:pt x="708" y="939"/>
                  </a:lnTo>
                  <a:lnTo>
                    <a:pt x="698" y="961"/>
                  </a:lnTo>
                  <a:lnTo>
                    <a:pt x="690" y="983"/>
                  </a:lnTo>
                  <a:lnTo>
                    <a:pt x="682" y="1006"/>
                  </a:lnTo>
                  <a:lnTo>
                    <a:pt x="675" y="1030"/>
                  </a:lnTo>
                  <a:lnTo>
                    <a:pt x="670" y="1053"/>
                  </a:lnTo>
                  <a:lnTo>
                    <a:pt x="665" y="1079"/>
                  </a:lnTo>
                  <a:lnTo>
                    <a:pt x="662" y="1103"/>
                  </a:lnTo>
                  <a:lnTo>
                    <a:pt x="661" y="1128"/>
                  </a:lnTo>
                  <a:lnTo>
                    <a:pt x="660" y="1154"/>
                  </a:lnTo>
                  <a:lnTo>
                    <a:pt x="660" y="4536"/>
                  </a:lnTo>
                  <a:lnTo>
                    <a:pt x="653" y="4536"/>
                  </a:lnTo>
                  <a:lnTo>
                    <a:pt x="653" y="7954"/>
                  </a:lnTo>
                  <a:lnTo>
                    <a:pt x="0" y="7954"/>
                  </a:lnTo>
                  <a:lnTo>
                    <a:pt x="0" y="4536"/>
                  </a:lnTo>
                  <a:lnTo>
                    <a:pt x="0" y="2144"/>
                  </a:lnTo>
                  <a:lnTo>
                    <a:pt x="0" y="1154"/>
                  </a:lnTo>
                  <a:lnTo>
                    <a:pt x="0" y="1154"/>
                  </a:lnTo>
                  <a:lnTo>
                    <a:pt x="1" y="1124"/>
                  </a:lnTo>
                  <a:lnTo>
                    <a:pt x="2" y="1094"/>
                  </a:lnTo>
                  <a:lnTo>
                    <a:pt x="3" y="1064"/>
                  </a:lnTo>
                  <a:lnTo>
                    <a:pt x="6" y="1036"/>
                  </a:lnTo>
                  <a:lnTo>
                    <a:pt x="10" y="1007"/>
                  </a:lnTo>
                  <a:lnTo>
                    <a:pt x="13" y="978"/>
                  </a:lnTo>
                  <a:lnTo>
                    <a:pt x="18" y="950"/>
                  </a:lnTo>
                  <a:lnTo>
                    <a:pt x="24" y="921"/>
                  </a:lnTo>
                  <a:lnTo>
                    <a:pt x="29" y="893"/>
                  </a:lnTo>
                  <a:lnTo>
                    <a:pt x="36" y="865"/>
                  </a:lnTo>
                  <a:lnTo>
                    <a:pt x="44" y="837"/>
                  </a:lnTo>
                  <a:lnTo>
                    <a:pt x="52" y="811"/>
                  </a:lnTo>
                  <a:lnTo>
                    <a:pt x="60" y="783"/>
                  </a:lnTo>
                  <a:lnTo>
                    <a:pt x="70" y="757"/>
                  </a:lnTo>
                  <a:lnTo>
                    <a:pt x="80" y="730"/>
                  </a:lnTo>
                  <a:lnTo>
                    <a:pt x="91" y="705"/>
                  </a:lnTo>
                  <a:lnTo>
                    <a:pt x="102" y="679"/>
                  </a:lnTo>
                  <a:lnTo>
                    <a:pt x="114" y="653"/>
                  </a:lnTo>
                  <a:lnTo>
                    <a:pt x="126" y="628"/>
                  </a:lnTo>
                  <a:lnTo>
                    <a:pt x="140" y="604"/>
                  </a:lnTo>
                  <a:lnTo>
                    <a:pt x="153" y="579"/>
                  </a:lnTo>
                  <a:lnTo>
                    <a:pt x="167" y="555"/>
                  </a:lnTo>
                  <a:lnTo>
                    <a:pt x="182" y="532"/>
                  </a:lnTo>
                  <a:lnTo>
                    <a:pt x="197" y="509"/>
                  </a:lnTo>
                  <a:lnTo>
                    <a:pt x="214" y="486"/>
                  </a:lnTo>
                  <a:lnTo>
                    <a:pt x="229" y="464"/>
                  </a:lnTo>
                  <a:lnTo>
                    <a:pt x="247" y="442"/>
                  </a:lnTo>
                  <a:lnTo>
                    <a:pt x="264" y="420"/>
                  </a:lnTo>
                  <a:lnTo>
                    <a:pt x="299" y="378"/>
                  </a:lnTo>
                  <a:lnTo>
                    <a:pt x="338" y="338"/>
                  </a:lnTo>
                  <a:lnTo>
                    <a:pt x="379" y="299"/>
                  </a:lnTo>
                  <a:lnTo>
                    <a:pt x="421" y="263"/>
                  </a:lnTo>
                  <a:lnTo>
                    <a:pt x="442" y="245"/>
                  </a:lnTo>
                  <a:lnTo>
                    <a:pt x="464" y="229"/>
                  </a:lnTo>
                  <a:lnTo>
                    <a:pt x="486" y="212"/>
                  </a:lnTo>
                  <a:lnTo>
                    <a:pt x="509" y="197"/>
                  </a:lnTo>
                  <a:lnTo>
                    <a:pt x="532" y="182"/>
                  </a:lnTo>
                  <a:lnTo>
                    <a:pt x="556" y="167"/>
                  </a:lnTo>
                  <a:lnTo>
                    <a:pt x="579" y="153"/>
                  </a:lnTo>
                  <a:lnTo>
                    <a:pt x="605" y="139"/>
                  </a:lnTo>
                  <a:lnTo>
                    <a:pt x="629" y="125"/>
                  </a:lnTo>
                  <a:lnTo>
                    <a:pt x="654" y="113"/>
                  </a:lnTo>
                  <a:lnTo>
                    <a:pt x="680" y="101"/>
                  </a:lnTo>
                  <a:lnTo>
                    <a:pt x="705" y="90"/>
                  </a:lnTo>
                  <a:lnTo>
                    <a:pt x="731" y="80"/>
                  </a:lnTo>
                  <a:lnTo>
                    <a:pt x="758" y="69"/>
                  </a:lnTo>
                  <a:lnTo>
                    <a:pt x="784" y="60"/>
                  </a:lnTo>
                  <a:lnTo>
                    <a:pt x="811" y="52"/>
                  </a:lnTo>
                  <a:lnTo>
                    <a:pt x="838" y="44"/>
                  </a:lnTo>
                  <a:lnTo>
                    <a:pt x="866" y="36"/>
                  </a:lnTo>
                  <a:lnTo>
                    <a:pt x="893" y="29"/>
                  </a:lnTo>
                  <a:lnTo>
                    <a:pt x="922" y="23"/>
                  </a:lnTo>
                  <a:lnTo>
                    <a:pt x="950" y="17"/>
                  </a:lnTo>
                  <a:lnTo>
                    <a:pt x="978" y="13"/>
                  </a:lnTo>
                  <a:lnTo>
                    <a:pt x="1007" y="9"/>
                  </a:lnTo>
                  <a:lnTo>
                    <a:pt x="1036" y="5"/>
                  </a:lnTo>
                  <a:lnTo>
                    <a:pt x="1065" y="3"/>
                  </a:lnTo>
                  <a:lnTo>
                    <a:pt x="1095" y="1"/>
                  </a:lnTo>
                  <a:lnTo>
                    <a:pt x="1124" y="0"/>
                  </a:lnTo>
                  <a:lnTo>
                    <a:pt x="1154" y="0"/>
                  </a:lnTo>
                  <a:lnTo>
                    <a:pt x="8574" y="0"/>
                  </a:lnTo>
                  <a:lnTo>
                    <a:pt x="92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4968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2660-0EB4-A989-0363-2EAAF9F1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C220F01-B364-ED4F-134A-6EE46598CA11}"/>
              </a:ext>
            </a:extLst>
          </p:cNvPr>
          <p:cNvSpPr/>
          <p:nvPr/>
        </p:nvSpPr>
        <p:spPr>
          <a:xfrm>
            <a:off x="742950" y="480864"/>
            <a:ext cx="10477500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7160" rIns="0" bIns="137160" rtlCol="0" anchor="ctr"/>
          <a:lstStyle/>
          <a:p>
            <a:r>
              <a:rPr lang="en-US" sz="5400">
                <a:solidFill>
                  <a:schemeClr val="tx1"/>
                </a:solidFill>
                <a:latin typeface="IntelOne Text Medium" panose="020B0703020203020204" pitchFamily="34" charset="0"/>
              </a:rPr>
              <a:t>Demo</a:t>
            </a:r>
          </a:p>
        </p:txBody>
      </p:sp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6AC80637-C97A-E182-AC0A-58A2A4CFA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627245"/>
            <a:ext cx="2239518" cy="125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B847AA-CD51-E749-A5E0-E23B10B696CD}"/>
              </a:ext>
            </a:extLst>
          </p:cNvPr>
          <p:cNvSpPr txBox="1"/>
          <p:nvPr/>
        </p:nvSpPr>
        <p:spPr>
          <a:xfrm>
            <a:off x="383159" y="3511735"/>
            <a:ext cx="2514600" cy="553998"/>
          </a:xfrm>
          <a:prstGeom prst="rect">
            <a:avLst/>
          </a:prstGeom>
          <a:noFill/>
        </p:spPr>
        <p:txBody>
          <a:bodyPr wrap="square" lIns="137160" tIns="137160" rIns="137160" bIns="137160" rtlCol="0">
            <a:spAutoFit/>
          </a:bodyPr>
          <a:lstStyle/>
          <a:p>
            <a:pPr algn="ctr"/>
            <a:r>
              <a:rPr lang="en-US"/>
              <a:t>Local commit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77A8CB-7C29-611A-DF59-32A03855D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475" y="2679766"/>
            <a:ext cx="2279650" cy="46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FDCE28-2A38-DFEF-767A-0C0C6B7C54F4}"/>
              </a:ext>
            </a:extLst>
          </p:cNvPr>
          <p:cNvCxnSpPr>
            <a:stCxn id="1028" idx="3"/>
          </p:cNvCxnSpPr>
          <p:nvPr/>
        </p:nvCxnSpPr>
        <p:spPr>
          <a:xfrm flipV="1">
            <a:off x="2760218" y="2252006"/>
            <a:ext cx="2215205" cy="510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E65677-D213-EAE2-101E-96AFE09D4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826" y="805971"/>
            <a:ext cx="3561924" cy="28920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E4A696-92C7-4134-897E-F39AEAD04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826" y="4023148"/>
            <a:ext cx="3487282" cy="17312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54F7C0-0981-D9F0-044A-25E5313B8DA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988224" y="2252006"/>
            <a:ext cx="2038602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E9E18EE-6118-95AF-AC67-CF6149F91297}"/>
              </a:ext>
            </a:extLst>
          </p:cNvPr>
          <p:cNvSpPr txBox="1"/>
          <p:nvPr/>
        </p:nvSpPr>
        <p:spPr>
          <a:xfrm>
            <a:off x="4240311" y="3510348"/>
            <a:ext cx="2514600" cy="553998"/>
          </a:xfrm>
          <a:prstGeom prst="rect">
            <a:avLst/>
          </a:prstGeom>
          <a:noFill/>
        </p:spPr>
        <p:txBody>
          <a:bodyPr wrap="square" lIns="137160" tIns="137160" rIns="137160" bIns="137160" rtlCol="0">
            <a:spAutoFit/>
          </a:bodyPr>
          <a:lstStyle/>
          <a:p>
            <a:pPr algn="ctr"/>
            <a:r>
              <a:rPr lang="en-US"/>
              <a:t>Local server</a:t>
            </a:r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6129EDDF-F420-AEC3-A634-086F8CF32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27647" y="949120"/>
            <a:ext cx="739927" cy="739927"/>
            <a:chOff x="4318" y="1008"/>
            <a:chExt cx="2304" cy="2304"/>
          </a:xfrm>
          <a:solidFill>
            <a:schemeClr val="tx2"/>
          </a:solidFill>
        </p:grpSpPr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4035771-5850-385E-FD27-356C7E222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8" y="1008"/>
              <a:ext cx="2304" cy="2304"/>
            </a:xfrm>
            <a:custGeom>
              <a:avLst/>
              <a:gdLst>
                <a:gd name="T0" fmla="*/ 1794 w 13824"/>
                <a:gd name="T1" fmla="*/ 9213 h 13824"/>
                <a:gd name="T2" fmla="*/ 0 w 13824"/>
                <a:gd name="T3" fmla="*/ 7838 h 13824"/>
                <a:gd name="T4" fmla="*/ 0 w 13824"/>
                <a:gd name="T5" fmla="*/ 7341 h 13824"/>
                <a:gd name="T6" fmla="*/ 1794 w 13824"/>
                <a:gd name="T7" fmla="*/ 6463 h 13824"/>
                <a:gd name="T8" fmla="*/ 0 w 13824"/>
                <a:gd name="T9" fmla="*/ 6463 h 13824"/>
                <a:gd name="T10" fmla="*/ 1794 w 13824"/>
                <a:gd name="T11" fmla="*/ 4592 h 13824"/>
                <a:gd name="T12" fmla="*/ 12030 w 13824"/>
                <a:gd name="T13" fmla="*/ 9213 h 13824"/>
                <a:gd name="T14" fmla="*/ 12030 w 13824"/>
                <a:gd name="T15" fmla="*/ 8716 h 13824"/>
                <a:gd name="T16" fmla="*/ 13824 w 13824"/>
                <a:gd name="T17" fmla="*/ 7838 h 13824"/>
                <a:gd name="T18" fmla="*/ 12030 w 13824"/>
                <a:gd name="T19" fmla="*/ 7838 h 13824"/>
                <a:gd name="T20" fmla="*/ 13824 w 13824"/>
                <a:gd name="T21" fmla="*/ 5966 h 13824"/>
                <a:gd name="T22" fmla="*/ 12030 w 13824"/>
                <a:gd name="T23" fmla="*/ 4592 h 13824"/>
                <a:gd name="T24" fmla="*/ 13824 w 13824"/>
                <a:gd name="T25" fmla="*/ 4592 h 13824"/>
                <a:gd name="T26" fmla="*/ 9223 w 13824"/>
                <a:gd name="T27" fmla="*/ 13824 h 13824"/>
                <a:gd name="T28" fmla="*/ 8725 w 13824"/>
                <a:gd name="T29" fmla="*/ 13824 h 13824"/>
                <a:gd name="T30" fmla="*/ 7848 w 13824"/>
                <a:gd name="T31" fmla="*/ 12030 h 13824"/>
                <a:gd name="T32" fmla="*/ 5976 w 13824"/>
                <a:gd name="T33" fmla="*/ 13824 h 13824"/>
                <a:gd name="T34" fmla="*/ 5976 w 13824"/>
                <a:gd name="T35" fmla="*/ 12030 h 13824"/>
                <a:gd name="T36" fmla="*/ 5099 w 13824"/>
                <a:gd name="T37" fmla="*/ 13824 h 13824"/>
                <a:gd name="T38" fmla="*/ 4601 w 13824"/>
                <a:gd name="T39" fmla="*/ 13824 h 13824"/>
                <a:gd name="T40" fmla="*/ 8725 w 13824"/>
                <a:gd name="T41" fmla="*/ 1794 h 13824"/>
                <a:gd name="T42" fmla="*/ 7848 w 13824"/>
                <a:gd name="T43" fmla="*/ 0 h 13824"/>
                <a:gd name="T44" fmla="*/ 7848 w 13824"/>
                <a:gd name="T45" fmla="*/ 1794 h 13824"/>
                <a:gd name="T46" fmla="*/ 5976 w 13824"/>
                <a:gd name="T47" fmla="*/ 0 h 13824"/>
                <a:gd name="T48" fmla="*/ 6473 w 13824"/>
                <a:gd name="T49" fmla="*/ 0 h 13824"/>
                <a:gd name="T50" fmla="*/ 4601 w 13824"/>
                <a:gd name="T51" fmla="*/ 1794 h 13824"/>
                <a:gd name="T52" fmla="*/ 9915 w 13824"/>
                <a:gd name="T53" fmla="*/ 4621 h 13824"/>
                <a:gd name="T54" fmla="*/ 9915 w 13824"/>
                <a:gd name="T55" fmla="*/ 5118 h 13824"/>
                <a:gd name="T56" fmla="*/ 10490 w 13824"/>
                <a:gd name="T57" fmla="*/ 6435 h 13824"/>
                <a:gd name="T58" fmla="*/ 10490 w 13824"/>
                <a:gd name="T59" fmla="*/ 7262 h 13824"/>
                <a:gd name="T60" fmla="*/ 9915 w 13824"/>
                <a:gd name="T61" fmla="*/ 8579 h 13824"/>
                <a:gd name="T62" fmla="*/ 9915 w 13824"/>
                <a:gd name="T63" fmla="*/ 9076 h 13824"/>
                <a:gd name="T64" fmla="*/ 9173 w 13824"/>
                <a:gd name="T65" fmla="*/ 10392 h 13824"/>
                <a:gd name="T66" fmla="*/ 7848 w 13824"/>
                <a:gd name="T67" fmla="*/ 9817 h 13824"/>
                <a:gd name="T68" fmla="*/ 7351 w 13824"/>
                <a:gd name="T69" fmla="*/ 9817 h 13824"/>
                <a:gd name="T70" fmla="*/ 6035 w 13824"/>
                <a:gd name="T71" fmla="*/ 10392 h 13824"/>
                <a:gd name="T72" fmla="*/ 5216 w 13824"/>
                <a:gd name="T73" fmla="*/ 10392 h 13824"/>
                <a:gd name="T74" fmla="*/ 3977 w 13824"/>
                <a:gd name="T75" fmla="*/ 9817 h 13824"/>
                <a:gd name="T76" fmla="*/ 3402 w 13824"/>
                <a:gd name="T77" fmla="*/ 8579 h 13824"/>
                <a:gd name="T78" fmla="*/ 3402 w 13824"/>
                <a:gd name="T79" fmla="*/ 7761 h 13824"/>
                <a:gd name="T80" fmla="*/ 3977 w 13824"/>
                <a:gd name="T81" fmla="*/ 6435 h 13824"/>
                <a:gd name="T82" fmla="*/ 3977 w 13824"/>
                <a:gd name="T83" fmla="*/ 5947 h 13824"/>
                <a:gd name="T84" fmla="*/ 3402 w 13824"/>
                <a:gd name="T85" fmla="*/ 4621 h 13824"/>
                <a:gd name="T86" fmla="*/ 4719 w 13824"/>
                <a:gd name="T87" fmla="*/ 3880 h 13824"/>
                <a:gd name="T88" fmla="*/ 5216 w 13824"/>
                <a:gd name="T89" fmla="*/ 3880 h 13824"/>
                <a:gd name="T90" fmla="*/ 6532 w 13824"/>
                <a:gd name="T91" fmla="*/ 3305 h 13824"/>
                <a:gd name="T92" fmla="*/ 7351 w 13824"/>
                <a:gd name="T93" fmla="*/ 3305 h 13824"/>
                <a:gd name="T94" fmla="*/ 8676 w 13824"/>
                <a:gd name="T95" fmla="*/ 3880 h 13824"/>
                <a:gd name="T96" fmla="*/ 9173 w 13824"/>
                <a:gd name="T97" fmla="*/ 3880 h 13824"/>
                <a:gd name="T98" fmla="*/ 9255 w 13824"/>
                <a:gd name="T99" fmla="*/ 4539 h 13824"/>
                <a:gd name="T100" fmla="*/ 9255 w 13824"/>
                <a:gd name="T101" fmla="*/ 9158 h 13824"/>
                <a:gd name="T102" fmla="*/ 3149 w 13824"/>
                <a:gd name="T103" fmla="*/ 11631 h 13824"/>
                <a:gd name="T104" fmla="*/ 2164 w 13824"/>
                <a:gd name="T105" fmla="*/ 11631 h 13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824" h="13824">
                  <a:moveTo>
                    <a:pt x="0" y="8716"/>
                  </a:moveTo>
                  <a:lnTo>
                    <a:pt x="1794" y="8716"/>
                  </a:lnTo>
                  <a:lnTo>
                    <a:pt x="1794" y="9213"/>
                  </a:lnTo>
                  <a:lnTo>
                    <a:pt x="0" y="9213"/>
                  </a:lnTo>
                  <a:lnTo>
                    <a:pt x="0" y="8716"/>
                  </a:lnTo>
                  <a:close/>
                  <a:moveTo>
                    <a:pt x="0" y="7838"/>
                  </a:moveTo>
                  <a:lnTo>
                    <a:pt x="1794" y="7838"/>
                  </a:lnTo>
                  <a:lnTo>
                    <a:pt x="1794" y="7341"/>
                  </a:lnTo>
                  <a:lnTo>
                    <a:pt x="0" y="7341"/>
                  </a:lnTo>
                  <a:lnTo>
                    <a:pt x="0" y="7838"/>
                  </a:lnTo>
                  <a:close/>
                  <a:moveTo>
                    <a:pt x="0" y="6463"/>
                  </a:moveTo>
                  <a:lnTo>
                    <a:pt x="1794" y="6463"/>
                  </a:lnTo>
                  <a:lnTo>
                    <a:pt x="1794" y="5966"/>
                  </a:lnTo>
                  <a:lnTo>
                    <a:pt x="0" y="5966"/>
                  </a:lnTo>
                  <a:lnTo>
                    <a:pt x="0" y="6463"/>
                  </a:lnTo>
                  <a:close/>
                  <a:moveTo>
                    <a:pt x="0" y="5089"/>
                  </a:moveTo>
                  <a:lnTo>
                    <a:pt x="1794" y="5089"/>
                  </a:lnTo>
                  <a:lnTo>
                    <a:pt x="1794" y="4592"/>
                  </a:lnTo>
                  <a:lnTo>
                    <a:pt x="0" y="4592"/>
                  </a:lnTo>
                  <a:lnTo>
                    <a:pt x="0" y="5089"/>
                  </a:lnTo>
                  <a:close/>
                  <a:moveTo>
                    <a:pt x="12030" y="9213"/>
                  </a:moveTo>
                  <a:lnTo>
                    <a:pt x="13824" y="9213"/>
                  </a:lnTo>
                  <a:lnTo>
                    <a:pt x="13824" y="8716"/>
                  </a:lnTo>
                  <a:lnTo>
                    <a:pt x="12030" y="8716"/>
                  </a:lnTo>
                  <a:lnTo>
                    <a:pt x="12030" y="9213"/>
                  </a:lnTo>
                  <a:close/>
                  <a:moveTo>
                    <a:pt x="12030" y="7838"/>
                  </a:moveTo>
                  <a:lnTo>
                    <a:pt x="13824" y="7838"/>
                  </a:lnTo>
                  <a:lnTo>
                    <a:pt x="13824" y="7341"/>
                  </a:lnTo>
                  <a:lnTo>
                    <a:pt x="12030" y="7341"/>
                  </a:lnTo>
                  <a:lnTo>
                    <a:pt x="12030" y="7838"/>
                  </a:lnTo>
                  <a:close/>
                  <a:moveTo>
                    <a:pt x="12030" y="6463"/>
                  </a:moveTo>
                  <a:lnTo>
                    <a:pt x="13824" y="6463"/>
                  </a:lnTo>
                  <a:lnTo>
                    <a:pt x="13824" y="5966"/>
                  </a:lnTo>
                  <a:lnTo>
                    <a:pt x="12030" y="5966"/>
                  </a:lnTo>
                  <a:lnTo>
                    <a:pt x="12030" y="6463"/>
                  </a:lnTo>
                  <a:close/>
                  <a:moveTo>
                    <a:pt x="12030" y="4592"/>
                  </a:moveTo>
                  <a:lnTo>
                    <a:pt x="12030" y="5089"/>
                  </a:lnTo>
                  <a:lnTo>
                    <a:pt x="13824" y="5089"/>
                  </a:lnTo>
                  <a:lnTo>
                    <a:pt x="13824" y="4592"/>
                  </a:lnTo>
                  <a:lnTo>
                    <a:pt x="12030" y="4592"/>
                  </a:lnTo>
                  <a:close/>
                  <a:moveTo>
                    <a:pt x="8725" y="13824"/>
                  </a:moveTo>
                  <a:lnTo>
                    <a:pt x="9223" y="13824"/>
                  </a:lnTo>
                  <a:lnTo>
                    <a:pt x="9223" y="12030"/>
                  </a:lnTo>
                  <a:lnTo>
                    <a:pt x="8725" y="12030"/>
                  </a:lnTo>
                  <a:lnTo>
                    <a:pt x="8725" y="13824"/>
                  </a:lnTo>
                  <a:close/>
                  <a:moveTo>
                    <a:pt x="7351" y="13824"/>
                  </a:moveTo>
                  <a:lnTo>
                    <a:pt x="7848" y="13824"/>
                  </a:lnTo>
                  <a:lnTo>
                    <a:pt x="7848" y="12030"/>
                  </a:lnTo>
                  <a:lnTo>
                    <a:pt x="7351" y="12030"/>
                  </a:lnTo>
                  <a:lnTo>
                    <a:pt x="7351" y="13824"/>
                  </a:lnTo>
                  <a:close/>
                  <a:moveTo>
                    <a:pt x="5976" y="13824"/>
                  </a:moveTo>
                  <a:lnTo>
                    <a:pt x="6473" y="13824"/>
                  </a:lnTo>
                  <a:lnTo>
                    <a:pt x="6473" y="12030"/>
                  </a:lnTo>
                  <a:lnTo>
                    <a:pt x="5976" y="12030"/>
                  </a:lnTo>
                  <a:lnTo>
                    <a:pt x="5976" y="13824"/>
                  </a:lnTo>
                  <a:close/>
                  <a:moveTo>
                    <a:pt x="4601" y="13824"/>
                  </a:moveTo>
                  <a:lnTo>
                    <a:pt x="5099" y="13824"/>
                  </a:lnTo>
                  <a:lnTo>
                    <a:pt x="5099" y="12030"/>
                  </a:lnTo>
                  <a:lnTo>
                    <a:pt x="4601" y="12030"/>
                  </a:lnTo>
                  <a:lnTo>
                    <a:pt x="4601" y="13824"/>
                  </a:lnTo>
                  <a:close/>
                  <a:moveTo>
                    <a:pt x="9223" y="0"/>
                  </a:moveTo>
                  <a:lnTo>
                    <a:pt x="8725" y="0"/>
                  </a:lnTo>
                  <a:lnTo>
                    <a:pt x="8725" y="1794"/>
                  </a:lnTo>
                  <a:lnTo>
                    <a:pt x="9223" y="1794"/>
                  </a:lnTo>
                  <a:lnTo>
                    <a:pt x="9223" y="0"/>
                  </a:lnTo>
                  <a:close/>
                  <a:moveTo>
                    <a:pt x="7848" y="0"/>
                  </a:moveTo>
                  <a:lnTo>
                    <a:pt x="7351" y="0"/>
                  </a:lnTo>
                  <a:lnTo>
                    <a:pt x="7351" y="1794"/>
                  </a:lnTo>
                  <a:lnTo>
                    <a:pt x="7848" y="1794"/>
                  </a:lnTo>
                  <a:lnTo>
                    <a:pt x="7848" y="0"/>
                  </a:lnTo>
                  <a:close/>
                  <a:moveTo>
                    <a:pt x="6473" y="0"/>
                  </a:moveTo>
                  <a:lnTo>
                    <a:pt x="5976" y="0"/>
                  </a:lnTo>
                  <a:lnTo>
                    <a:pt x="5976" y="1794"/>
                  </a:lnTo>
                  <a:lnTo>
                    <a:pt x="6473" y="1794"/>
                  </a:lnTo>
                  <a:lnTo>
                    <a:pt x="6473" y="0"/>
                  </a:lnTo>
                  <a:close/>
                  <a:moveTo>
                    <a:pt x="5099" y="0"/>
                  </a:moveTo>
                  <a:lnTo>
                    <a:pt x="4601" y="0"/>
                  </a:lnTo>
                  <a:lnTo>
                    <a:pt x="4601" y="1794"/>
                  </a:lnTo>
                  <a:lnTo>
                    <a:pt x="5099" y="1794"/>
                  </a:lnTo>
                  <a:lnTo>
                    <a:pt x="5099" y="0"/>
                  </a:lnTo>
                  <a:close/>
                  <a:moveTo>
                    <a:pt x="9915" y="4621"/>
                  </a:moveTo>
                  <a:lnTo>
                    <a:pt x="10490" y="4621"/>
                  </a:lnTo>
                  <a:lnTo>
                    <a:pt x="10490" y="5118"/>
                  </a:lnTo>
                  <a:lnTo>
                    <a:pt x="9915" y="5118"/>
                  </a:lnTo>
                  <a:lnTo>
                    <a:pt x="9915" y="5947"/>
                  </a:lnTo>
                  <a:lnTo>
                    <a:pt x="10490" y="5947"/>
                  </a:lnTo>
                  <a:lnTo>
                    <a:pt x="10490" y="6435"/>
                  </a:lnTo>
                  <a:lnTo>
                    <a:pt x="9915" y="6435"/>
                  </a:lnTo>
                  <a:lnTo>
                    <a:pt x="9915" y="7262"/>
                  </a:lnTo>
                  <a:lnTo>
                    <a:pt x="10490" y="7262"/>
                  </a:lnTo>
                  <a:lnTo>
                    <a:pt x="10490" y="7761"/>
                  </a:lnTo>
                  <a:lnTo>
                    <a:pt x="9915" y="7761"/>
                  </a:lnTo>
                  <a:lnTo>
                    <a:pt x="9915" y="8579"/>
                  </a:lnTo>
                  <a:lnTo>
                    <a:pt x="10490" y="8579"/>
                  </a:lnTo>
                  <a:lnTo>
                    <a:pt x="10490" y="9076"/>
                  </a:lnTo>
                  <a:lnTo>
                    <a:pt x="9915" y="9076"/>
                  </a:lnTo>
                  <a:lnTo>
                    <a:pt x="9915" y="9817"/>
                  </a:lnTo>
                  <a:lnTo>
                    <a:pt x="9173" y="9817"/>
                  </a:lnTo>
                  <a:lnTo>
                    <a:pt x="9173" y="10392"/>
                  </a:lnTo>
                  <a:lnTo>
                    <a:pt x="8676" y="10392"/>
                  </a:lnTo>
                  <a:lnTo>
                    <a:pt x="8676" y="9817"/>
                  </a:lnTo>
                  <a:lnTo>
                    <a:pt x="7848" y="9817"/>
                  </a:lnTo>
                  <a:lnTo>
                    <a:pt x="7848" y="10392"/>
                  </a:lnTo>
                  <a:lnTo>
                    <a:pt x="7351" y="10392"/>
                  </a:lnTo>
                  <a:lnTo>
                    <a:pt x="7351" y="9817"/>
                  </a:lnTo>
                  <a:lnTo>
                    <a:pt x="6532" y="9817"/>
                  </a:lnTo>
                  <a:lnTo>
                    <a:pt x="6532" y="10392"/>
                  </a:lnTo>
                  <a:lnTo>
                    <a:pt x="6035" y="10392"/>
                  </a:lnTo>
                  <a:lnTo>
                    <a:pt x="6035" y="9817"/>
                  </a:lnTo>
                  <a:lnTo>
                    <a:pt x="5216" y="9817"/>
                  </a:lnTo>
                  <a:lnTo>
                    <a:pt x="5216" y="10392"/>
                  </a:lnTo>
                  <a:lnTo>
                    <a:pt x="4719" y="10392"/>
                  </a:lnTo>
                  <a:lnTo>
                    <a:pt x="4719" y="9817"/>
                  </a:lnTo>
                  <a:lnTo>
                    <a:pt x="3977" y="9817"/>
                  </a:lnTo>
                  <a:lnTo>
                    <a:pt x="3977" y="9076"/>
                  </a:lnTo>
                  <a:lnTo>
                    <a:pt x="3402" y="9076"/>
                  </a:lnTo>
                  <a:lnTo>
                    <a:pt x="3402" y="8579"/>
                  </a:lnTo>
                  <a:lnTo>
                    <a:pt x="3977" y="8579"/>
                  </a:lnTo>
                  <a:lnTo>
                    <a:pt x="3977" y="7761"/>
                  </a:lnTo>
                  <a:lnTo>
                    <a:pt x="3402" y="7761"/>
                  </a:lnTo>
                  <a:lnTo>
                    <a:pt x="3402" y="7262"/>
                  </a:lnTo>
                  <a:lnTo>
                    <a:pt x="3977" y="7262"/>
                  </a:lnTo>
                  <a:lnTo>
                    <a:pt x="3977" y="6435"/>
                  </a:lnTo>
                  <a:lnTo>
                    <a:pt x="3402" y="6435"/>
                  </a:lnTo>
                  <a:lnTo>
                    <a:pt x="3402" y="5947"/>
                  </a:lnTo>
                  <a:lnTo>
                    <a:pt x="3977" y="5947"/>
                  </a:lnTo>
                  <a:lnTo>
                    <a:pt x="3977" y="5118"/>
                  </a:lnTo>
                  <a:lnTo>
                    <a:pt x="3402" y="5118"/>
                  </a:lnTo>
                  <a:lnTo>
                    <a:pt x="3402" y="4621"/>
                  </a:lnTo>
                  <a:lnTo>
                    <a:pt x="3977" y="4621"/>
                  </a:lnTo>
                  <a:lnTo>
                    <a:pt x="3977" y="3880"/>
                  </a:lnTo>
                  <a:lnTo>
                    <a:pt x="4719" y="3880"/>
                  </a:lnTo>
                  <a:lnTo>
                    <a:pt x="4719" y="3305"/>
                  </a:lnTo>
                  <a:lnTo>
                    <a:pt x="5216" y="3305"/>
                  </a:lnTo>
                  <a:lnTo>
                    <a:pt x="5216" y="3880"/>
                  </a:lnTo>
                  <a:lnTo>
                    <a:pt x="6035" y="3880"/>
                  </a:lnTo>
                  <a:lnTo>
                    <a:pt x="6035" y="3305"/>
                  </a:lnTo>
                  <a:lnTo>
                    <a:pt x="6532" y="3305"/>
                  </a:lnTo>
                  <a:lnTo>
                    <a:pt x="6532" y="3880"/>
                  </a:lnTo>
                  <a:lnTo>
                    <a:pt x="7351" y="3880"/>
                  </a:lnTo>
                  <a:lnTo>
                    <a:pt x="7351" y="3305"/>
                  </a:lnTo>
                  <a:lnTo>
                    <a:pt x="7848" y="3305"/>
                  </a:lnTo>
                  <a:lnTo>
                    <a:pt x="7848" y="3880"/>
                  </a:lnTo>
                  <a:lnTo>
                    <a:pt x="8676" y="3880"/>
                  </a:lnTo>
                  <a:lnTo>
                    <a:pt x="8676" y="3305"/>
                  </a:lnTo>
                  <a:lnTo>
                    <a:pt x="9173" y="3305"/>
                  </a:lnTo>
                  <a:lnTo>
                    <a:pt x="9173" y="3880"/>
                  </a:lnTo>
                  <a:lnTo>
                    <a:pt x="9915" y="3880"/>
                  </a:lnTo>
                  <a:lnTo>
                    <a:pt x="9915" y="4621"/>
                  </a:lnTo>
                  <a:close/>
                  <a:moveTo>
                    <a:pt x="9255" y="4539"/>
                  </a:moveTo>
                  <a:lnTo>
                    <a:pt x="4637" y="4539"/>
                  </a:lnTo>
                  <a:lnTo>
                    <a:pt x="4637" y="9158"/>
                  </a:lnTo>
                  <a:lnTo>
                    <a:pt x="9255" y="9158"/>
                  </a:lnTo>
                  <a:lnTo>
                    <a:pt x="9255" y="4539"/>
                  </a:lnTo>
                  <a:close/>
                  <a:moveTo>
                    <a:pt x="2164" y="11631"/>
                  </a:moveTo>
                  <a:lnTo>
                    <a:pt x="3149" y="11631"/>
                  </a:lnTo>
                  <a:lnTo>
                    <a:pt x="3149" y="10646"/>
                  </a:lnTo>
                  <a:lnTo>
                    <a:pt x="2164" y="10646"/>
                  </a:lnTo>
                  <a:lnTo>
                    <a:pt x="2164" y="116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35D78EB-50A4-EB8F-389E-82A69F2CA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06" y="1380"/>
              <a:ext cx="1539" cy="1539"/>
            </a:xfrm>
            <a:custGeom>
              <a:avLst/>
              <a:gdLst>
                <a:gd name="T0" fmla="*/ 4338 w 9233"/>
                <a:gd name="T1" fmla="*/ 3538 h 9232"/>
                <a:gd name="T2" fmla="*/ 3580 w 9233"/>
                <a:gd name="T3" fmla="*/ 5279 h 9232"/>
                <a:gd name="T4" fmla="*/ 3732 w 9233"/>
                <a:gd name="T5" fmla="*/ 4914 h 9232"/>
                <a:gd name="T6" fmla="*/ 5531 w 9233"/>
                <a:gd name="T7" fmla="*/ 5858 h 9232"/>
                <a:gd name="T8" fmla="*/ 9233 w 9233"/>
                <a:gd name="T9" fmla="*/ 660 h 9232"/>
                <a:gd name="T10" fmla="*/ 9230 w 9233"/>
                <a:gd name="T11" fmla="*/ 8137 h 9232"/>
                <a:gd name="T12" fmla="*/ 9219 w 9233"/>
                <a:gd name="T13" fmla="*/ 8253 h 9232"/>
                <a:gd name="T14" fmla="*/ 9196 w 9233"/>
                <a:gd name="T15" fmla="*/ 8366 h 9232"/>
                <a:gd name="T16" fmla="*/ 9162 w 9233"/>
                <a:gd name="T17" fmla="*/ 8474 h 9232"/>
                <a:gd name="T18" fmla="*/ 9118 w 9233"/>
                <a:gd name="T19" fmla="*/ 8578 h 9232"/>
                <a:gd name="T20" fmla="*/ 9065 w 9233"/>
                <a:gd name="T21" fmla="*/ 8676 h 9232"/>
                <a:gd name="T22" fmla="*/ 9002 w 9233"/>
                <a:gd name="T23" fmla="*/ 8768 h 9232"/>
                <a:gd name="T24" fmla="*/ 8894 w 9233"/>
                <a:gd name="T25" fmla="*/ 8893 h 9232"/>
                <a:gd name="T26" fmla="*/ 8769 w 9233"/>
                <a:gd name="T27" fmla="*/ 9002 h 9232"/>
                <a:gd name="T28" fmla="*/ 8676 w 9233"/>
                <a:gd name="T29" fmla="*/ 9064 h 9232"/>
                <a:gd name="T30" fmla="*/ 8578 w 9233"/>
                <a:gd name="T31" fmla="*/ 9118 h 9232"/>
                <a:gd name="T32" fmla="*/ 8474 w 9233"/>
                <a:gd name="T33" fmla="*/ 9162 h 9232"/>
                <a:gd name="T34" fmla="*/ 8366 w 9233"/>
                <a:gd name="T35" fmla="*/ 9195 h 9232"/>
                <a:gd name="T36" fmla="*/ 8254 w 9233"/>
                <a:gd name="T37" fmla="*/ 9218 h 9232"/>
                <a:gd name="T38" fmla="*/ 8137 w 9233"/>
                <a:gd name="T39" fmla="*/ 9230 h 9232"/>
                <a:gd name="T40" fmla="*/ 7877 w 9233"/>
                <a:gd name="T41" fmla="*/ 9232 h 9232"/>
                <a:gd name="T42" fmla="*/ 4387 w 9233"/>
                <a:gd name="T43" fmla="*/ 8574 h 9232"/>
                <a:gd name="T44" fmla="*/ 8128 w 9233"/>
                <a:gd name="T45" fmla="*/ 8571 h 9232"/>
                <a:gd name="T46" fmla="*/ 8225 w 9233"/>
                <a:gd name="T47" fmla="*/ 8552 h 9232"/>
                <a:gd name="T48" fmla="*/ 8315 w 9233"/>
                <a:gd name="T49" fmla="*/ 8514 h 9232"/>
                <a:gd name="T50" fmla="*/ 8393 w 9233"/>
                <a:gd name="T51" fmla="*/ 8460 h 9232"/>
                <a:gd name="T52" fmla="*/ 8460 w 9233"/>
                <a:gd name="T53" fmla="*/ 8394 h 9232"/>
                <a:gd name="T54" fmla="*/ 8513 w 9233"/>
                <a:gd name="T55" fmla="*/ 8315 h 9232"/>
                <a:gd name="T56" fmla="*/ 8550 w 9233"/>
                <a:gd name="T57" fmla="*/ 8225 h 9232"/>
                <a:gd name="T58" fmla="*/ 8570 w 9233"/>
                <a:gd name="T59" fmla="*/ 8129 h 9232"/>
                <a:gd name="T60" fmla="*/ 8574 w 9233"/>
                <a:gd name="T61" fmla="*/ 659 h 9232"/>
                <a:gd name="T62" fmla="*/ 1104 w 9233"/>
                <a:gd name="T63" fmla="*/ 661 h 9232"/>
                <a:gd name="T64" fmla="*/ 1008 w 9233"/>
                <a:gd name="T65" fmla="*/ 681 h 9232"/>
                <a:gd name="T66" fmla="*/ 919 w 9233"/>
                <a:gd name="T67" fmla="*/ 718 h 9232"/>
                <a:gd name="T68" fmla="*/ 839 w 9233"/>
                <a:gd name="T69" fmla="*/ 771 h 9232"/>
                <a:gd name="T70" fmla="*/ 773 w 9233"/>
                <a:gd name="T71" fmla="*/ 838 h 9232"/>
                <a:gd name="T72" fmla="*/ 719 w 9233"/>
                <a:gd name="T73" fmla="*/ 918 h 9232"/>
                <a:gd name="T74" fmla="*/ 682 w 9233"/>
                <a:gd name="T75" fmla="*/ 1006 h 9232"/>
                <a:gd name="T76" fmla="*/ 662 w 9233"/>
                <a:gd name="T77" fmla="*/ 1103 h 9232"/>
                <a:gd name="T78" fmla="*/ 653 w 9233"/>
                <a:gd name="T79" fmla="*/ 4536 h 9232"/>
                <a:gd name="T80" fmla="*/ 0 w 9233"/>
                <a:gd name="T81" fmla="*/ 2144 h 9232"/>
                <a:gd name="T82" fmla="*/ 2 w 9233"/>
                <a:gd name="T83" fmla="*/ 1094 h 9232"/>
                <a:gd name="T84" fmla="*/ 13 w 9233"/>
                <a:gd name="T85" fmla="*/ 978 h 9232"/>
                <a:gd name="T86" fmla="*/ 36 w 9233"/>
                <a:gd name="T87" fmla="*/ 865 h 9232"/>
                <a:gd name="T88" fmla="*/ 70 w 9233"/>
                <a:gd name="T89" fmla="*/ 757 h 9232"/>
                <a:gd name="T90" fmla="*/ 114 w 9233"/>
                <a:gd name="T91" fmla="*/ 653 h 9232"/>
                <a:gd name="T92" fmla="*/ 167 w 9233"/>
                <a:gd name="T93" fmla="*/ 555 h 9232"/>
                <a:gd name="T94" fmla="*/ 229 w 9233"/>
                <a:gd name="T95" fmla="*/ 464 h 9232"/>
                <a:gd name="T96" fmla="*/ 338 w 9233"/>
                <a:gd name="T97" fmla="*/ 338 h 9232"/>
                <a:gd name="T98" fmla="*/ 464 w 9233"/>
                <a:gd name="T99" fmla="*/ 229 h 9232"/>
                <a:gd name="T100" fmla="*/ 556 w 9233"/>
                <a:gd name="T101" fmla="*/ 167 h 9232"/>
                <a:gd name="T102" fmla="*/ 654 w 9233"/>
                <a:gd name="T103" fmla="*/ 113 h 9232"/>
                <a:gd name="T104" fmla="*/ 758 w 9233"/>
                <a:gd name="T105" fmla="*/ 69 h 9232"/>
                <a:gd name="T106" fmla="*/ 866 w 9233"/>
                <a:gd name="T107" fmla="*/ 36 h 9232"/>
                <a:gd name="T108" fmla="*/ 978 w 9233"/>
                <a:gd name="T109" fmla="*/ 13 h 9232"/>
                <a:gd name="T110" fmla="*/ 1095 w 9233"/>
                <a:gd name="T111" fmla="*/ 1 h 9232"/>
                <a:gd name="T112" fmla="*/ 9233 w 9233"/>
                <a:gd name="T113" fmla="*/ 0 h 9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33" h="9232">
                  <a:moveTo>
                    <a:pt x="4644" y="5279"/>
                  </a:moveTo>
                  <a:lnTo>
                    <a:pt x="4888" y="5858"/>
                  </a:lnTo>
                  <a:lnTo>
                    <a:pt x="5332" y="5858"/>
                  </a:lnTo>
                  <a:lnTo>
                    <a:pt x="4338" y="3538"/>
                  </a:lnTo>
                  <a:lnTo>
                    <a:pt x="3900" y="3538"/>
                  </a:lnTo>
                  <a:lnTo>
                    <a:pt x="2905" y="5858"/>
                  </a:lnTo>
                  <a:lnTo>
                    <a:pt x="3340" y="5858"/>
                  </a:lnTo>
                  <a:lnTo>
                    <a:pt x="3580" y="5279"/>
                  </a:lnTo>
                  <a:lnTo>
                    <a:pt x="4644" y="5279"/>
                  </a:lnTo>
                  <a:close/>
                  <a:moveTo>
                    <a:pt x="4114" y="4002"/>
                  </a:moveTo>
                  <a:lnTo>
                    <a:pt x="4493" y="4914"/>
                  </a:lnTo>
                  <a:lnTo>
                    <a:pt x="3732" y="4914"/>
                  </a:lnTo>
                  <a:lnTo>
                    <a:pt x="4114" y="4002"/>
                  </a:lnTo>
                  <a:close/>
                  <a:moveTo>
                    <a:pt x="5924" y="3537"/>
                  </a:moveTo>
                  <a:lnTo>
                    <a:pt x="5924" y="5858"/>
                  </a:lnTo>
                  <a:lnTo>
                    <a:pt x="5531" y="5858"/>
                  </a:lnTo>
                  <a:lnTo>
                    <a:pt x="5531" y="3537"/>
                  </a:lnTo>
                  <a:lnTo>
                    <a:pt x="5924" y="3537"/>
                  </a:lnTo>
                  <a:close/>
                  <a:moveTo>
                    <a:pt x="9233" y="0"/>
                  </a:moveTo>
                  <a:lnTo>
                    <a:pt x="9233" y="660"/>
                  </a:lnTo>
                  <a:lnTo>
                    <a:pt x="9233" y="8078"/>
                  </a:lnTo>
                  <a:lnTo>
                    <a:pt x="9233" y="8078"/>
                  </a:lnTo>
                  <a:lnTo>
                    <a:pt x="9232" y="8107"/>
                  </a:lnTo>
                  <a:lnTo>
                    <a:pt x="9230" y="8137"/>
                  </a:lnTo>
                  <a:lnTo>
                    <a:pt x="9229" y="8167"/>
                  </a:lnTo>
                  <a:lnTo>
                    <a:pt x="9226" y="8196"/>
                  </a:lnTo>
                  <a:lnTo>
                    <a:pt x="9223" y="8224"/>
                  </a:lnTo>
                  <a:lnTo>
                    <a:pt x="9219" y="8253"/>
                  </a:lnTo>
                  <a:lnTo>
                    <a:pt x="9214" y="8282"/>
                  </a:lnTo>
                  <a:lnTo>
                    <a:pt x="9208" y="8310"/>
                  </a:lnTo>
                  <a:lnTo>
                    <a:pt x="9203" y="8338"/>
                  </a:lnTo>
                  <a:lnTo>
                    <a:pt x="9196" y="8366"/>
                  </a:lnTo>
                  <a:lnTo>
                    <a:pt x="9189" y="8393"/>
                  </a:lnTo>
                  <a:lnTo>
                    <a:pt x="9181" y="8420"/>
                  </a:lnTo>
                  <a:lnTo>
                    <a:pt x="9172" y="8448"/>
                  </a:lnTo>
                  <a:lnTo>
                    <a:pt x="9162" y="8474"/>
                  </a:lnTo>
                  <a:lnTo>
                    <a:pt x="9152" y="8501"/>
                  </a:lnTo>
                  <a:lnTo>
                    <a:pt x="9141" y="8526"/>
                  </a:lnTo>
                  <a:lnTo>
                    <a:pt x="9130" y="8553"/>
                  </a:lnTo>
                  <a:lnTo>
                    <a:pt x="9118" y="8578"/>
                  </a:lnTo>
                  <a:lnTo>
                    <a:pt x="9106" y="8602"/>
                  </a:lnTo>
                  <a:lnTo>
                    <a:pt x="9093" y="8628"/>
                  </a:lnTo>
                  <a:lnTo>
                    <a:pt x="9079" y="8652"/>
                  </a:lnTo>
                  <a:lnTo>
                    <a:pt x="9065" y="8676"/>
                  </a:lnTo>
                  <a:lnTo>
                    <a:pt x="9051" y="8699"/>
                  </a:lnTo>
                  <a:lnTo>
                    <a:pt x="9035" y="8722"/>
                  </a:lnTo>
                  <a:lnTo>
                    <a:pt x="9019" y="8746"/>
                  </a:lnTo>
                  <a:lnTo>
                    <a:pt x="9002" y="8768"/>
                  </a:lnTo>
                  <a:lnTo>
                    <a:pt x="8986" y="8790"/>
                  </a:lnTo>
                  <a:lnTo>
                    <a:pt x="8968" y="8812"/>
                  </a:lnTo>
                  <a:lnTo>
                    <a:pt x="8932" y="8854"/>
                  </a:lnTo>
                  <a:lnTo>
                    <a:pt x="8894" y="8893"/>
                  </a:lnTo>
                  <a:lnTo>
                    <a:pt x="8854" y="8932"/>
                  </a:lnTo>
                  <a:lnTo>
                    <a:pt x="8812" y="8968"/>
                  </a:lnTo>
                  <a:lnTo>
                    <a:pt x="8791" y="8986"/>
                  </a:lnTo>
                  <a:lnTo>
                    <a:pt x="8769" y="9002"/>
                  </a:lnTo>
                  <a:lnTo>
                    <a:pt x="8746" y="9019"/>
                  </a:lnTo>
                  <a:lnTo>
                    <a:pt x="8723" y="9034"/>
                  </a:lnTo>
                  <a:lnTo>
                    <a:pt x="8700" y="9050"/>
                  </a:lnTo>
                  <a:lnTo>
                    <a:pt x="8676" y="9064"/>
                  </a:lnTo>
                  <a:lnTo>
                    <a:pt x="8652" y="9078"/>
                  </a:lnTo>
                  <a:lnTo>
                    <a:pt x="8628" y="9093"/>
                  </a:lnTo>
                  <a:lnTo>
                    <a:pt x="8603" y="9106"/>
                  </a:lnTo>
                  <a:lnTo>
                    <a:pt x="8578" y="9118"/>
                  </a:lnTo>
                  <a:lnTo>
                    <a:pt x="8553" y="9130"/>
                  </a:lnTo>
                  <a:lnTo>
                    <a:pt x="8527" y="9141"/>
                  </a:lnTo>
                  <a:lnTo>
                    <a:pt x="8501" y="9151"/>
                  </a:lnTo>
                  <a:lnTo>
                    <a:pt x="8474" y="9162"/>
                  </a:lnTo>
                  <a:lnTo>
                    <a:pt x="8448" y="9171"/>
                  </a:lnTo>
                  <a:lnTo>
                    <a:pt x="8422" y="9180"/>
                  </a:lnTo>
                  <a:lnTo>
                    <a:pt x="8394" y="9187"/>
                  </a:lnTo>
                  <a:lnTo>
                    <a:pt x="8366" y="9195"/>
                  </a:lnTo>
                  <a:lnTo>
                    <a:pt x="8339" y="9202"/>
                  </a:lnTo>
                  <a:lnTo>
                    <a:pt x="8310" y="9208"/>
                  </a:lnTo>
                  <a:lnTo>
                    <a:pt x="8283" y="9214"/>
                  </a:lnTo>
                  <a:lnTo>
                    <a:pt x="8254" y="9218"/>
                  </a:lnTo>
                  <a:lnTo>
                    <a:pt x="8225" y="9223"/>
                  </a:lnTo>
                  <a:lnTo>
                    <a:pt x="8196" y="9226"/>
                  </a:lnTo>
                  <a:lnTo>
                    <a:pt x="8167" y="9228"/>
                  </a:lnTo>
                  <a:lnTo>
                    <a:pt x="8137" y="9230"/>
                  </a:lnTo>
                  <a:lnTo>
                    <a:pt x="8107" y="9232"/>
                  </a:lnTo>
                  <a:lnTo>
                    <a:pt x="8078" y="9232"/>
                  </a:lnTo>
                  <a:lnTo>
                    <a:pt x="7877" y="9232"/>
                  </a:lnTo>
                  <a:lnTo>
                    <a:pt x="7877" y="9232"/>
                  </a:lnTo>
                  <a:lnTo>
                    <a:pt x="1335" y="9232"/>
                  </a:lnTo>
                  <a:lnTo>
                    <a:pt x="1335" y="8578"/>
                  </a:lnTo>
                  <a:lnTo>
                    <a:pt x="4387" y="8578"/>
                  </a:lnTo>
                  <a:lnTo>
                    <a:pt x="4387" y="8574"/>
                  </a:lnTo>
                  <a:lnTo>
                    <a:pt x="8078" y="8574"/>
                  </a:lnTo>
                  <a:lnTo>
                    <a:pt x="8078" y="8574"/>
                  </a:lnTo>
                  <a:lnTo>
                    <a:pt x="8104" y="8573"/>
                  </a:lnTo>
                  <a:lnTo>
                    <a:pt x="8128" y="8571"/>
                  </a:lnTo>
                  <a:lnTo>
                    <a:pt x="8154" y="8568"/>
                  </a:lnTo>
                  <a:lnTo>
                    <a:pt x="8178" y="8564"/>
                  </a:lnTo>
                  <a:lnTo>
                    <a:pt x="8202" y="8558"/>
                  </a:lnTo>
                  <a:lnTo>
                    <a:pt x="8225" y="8552"/>
                  </a:lnTo>
                  <a:lnTo>
                    <a:pt x="8248" y="8544"/>
                  </a:lnTo>
                  <a:lnTo>
                    <a:pt x="8271" y="8535"/>
                  </a:lnTo>
                  <a:lnTo>
                    <a:pt x="8293" y="8525"/>
                  </a:lnTo>
                  <a:lnTo>
                    <a:pt x="8315" y="8514"/>
                  </a:lnTo>
                  <a:lnTo>
                    <a:pt x="8334" y="8502"/>
                  </a:lnTo>
                  <a:lnTo>
                    <a:pt x="8355" y="8489"/>
                  </a:lnTo>
                  <a:lnTo>
                    <a:pt x="8374" y="8476"/>
                  </a:lnTo>
                  <a:lnTo>
                    <a:pt x="8393" y="8460"/>
                  </a:lnTo>
                  <a:lnTo>
                    <a:pt x="8412" y="8445"/>
                  </a:lnTo>
                  <a:lnTo>
                    <a:pt x="8428" y="8428"/>
                  </a:lnTo>
                  <a:lnTo>
                    <a:pt x="8445" y="8412"/>
                  </a:lnTo>
                  <a:lnTo>
                    <a:pt x="8460" y="8394"/>
                  </a:lnTo>
                  <a:lnTo>
                    <a:pt x="8474" y="8375"/>
                  </a:lnTo>
                  <a:lnTo>
                    <a:pt x="8489" y="8355"/>
                  </a:lnTo>
                  <a:lnTo>
                    <a:pt x="8502" y="8336"/>
                  </a:lnTo>
                  <a:lnTo>
                    <a:pt x="8513" y="8315"/>
                  </a:lnTo>
                  <a:lnTo>
                    <a:pt x="8524" y="8294"/>
                  </a:lnTo>
                  <a:lnTo>
                    <a:pt x="8534" y="8272"/>
                  </a:lnTo>
                  <a:lnTo>
                    <a:pt x="8543" y="8249"/>
                  </a:lnTo>
                  <a:lnTo>
                    <a:pt x="8550" y="8225"/>
                  </a:lnTo>
                  <a:lnTo>
                    <a:pt x="8557" y="8202"/>
                  </a:lnTo>
                  <a:lnTo>
                    <a:pt x="8563" y="8178"/>
                  </a:lnTo>
                  <a:lnTo>
                    <a:pt x="8567" y="8154"/>
                  </a:lnTo>
                  <a:lnTo>
                    <a:pt x="8570" y="8129"/>
                  </a:lnTo>
                  <a:lnTo>
                    <a:pt x="8572" y="8104"/>
                  </a:lnTo>
                  <a:lnTo>
                    <a:pt x="8574" y="8079"/>
                  </a:lnTo>
                  <a:lnTo>
                    <a:pt x="8574" y="660"/>
                  </a:lnTo>
                  <a:lnTo>
                    <a:pt x="8574" y="659"/>
                  </a:lnTo>
                  <a:lnTo>
                    <a:pt x="1155" y="659"/>
                  </a:lnTo>
                  <a:lnTo>
                    <a:pt x="1155" y="659"/>
                  </a:lnTo>
                  <a:lnTo>
                    <a:pt x="1129" y="659"/>
                  </a:lnTo>
                  <a:lnTo>
                    <a:pt x="1104" y="661"/>
                  </a:lnTo>
                  <a:lnTo>
                    <a:pt x="1080" y="664"/>
                  </a:lnTo>
                  <a:lnTo>
                    <a:pt x="1055" y="669"/>
                  </a:lnTo>
                  <a:lnTo>
                    <a:pt x="1031" y="674"/>
                  </a:lnTo>
                  <a:lnTo>
                    <a:pt x="1008" y="681"/>
                  </a:lnTo>
                  <a:lnTo>
                    <a:pt x="985" y="689"/>
                  </a:lnTo>
                  <a:lnTo>
                    <a:pt x="962" y="697"/>
                  </a:lnTo>
                  <a:lnTo>
                    <a:pt x="940" y="707"/>
                  </a:lnTo>
                  <a:lnTo>
                    <a:pt x="919" y="718"/>
                  </a:lnTo>
                  <a:lnTo>
                    <a:pt x="898" y="730"/>
                  </a:lnTo>
                  <a:lnTo>
                    <a:pt x="878" y="744"/>
                  </a:lnTo>
                  <a:lnTo>
                    <a:pt x="858" y="757"/>
                  </a:lnTo>
                  <a:lnTo>
                    <a:pt x="839" y="771"/>
                  </a:lnTo>
                  <a:lnTo>
                    <a:pt x="822" y="787"/>
                  </a:lnTo>
                  <a:lnTo>
                    <a:pt x="805" y="803"/>
                  </a:lnTo>
                  <a:lnTo>
                    <a:pt x="789" y="821"/>
                  </a:lnTo>
                  <a:lnTo>
                    <a:pt x="773" y="838"/>
                  </a:lnTo>
                  <a:lnTo>
                    <a:pt x="758" y="857"/>
                  </a:lnTo>
                  <a:lnTo>
                    <a:pt x="745" y="877"/>
                  </a:lnTo>
                  <a:lnTo>
                    <a:pt x="731" y="897"/>
                  </a:lnTo>
                  <a:lnTo>
                    <a:pt x="719" y="918"/>
                  </a:lnTo>
                  <a:lnTo>
                    <a:pt x="708" y="939"/>
                  </a:lnTo>
                  <a:lnTo>
                    <a:pt x="698" y="961"/>
                  </a:lnTo>
                  <a:lnTo>
                    <a:pt x="690" y="983"/>
                  </a:lnTo>
                  <a:lnTo>
                    <a:pt x="682" y="1006"/>
                  </a:lnTo>
                  <a:lnTo>
                    <a:pt x="675" y="1030"/>
                  </a:lnTo>
                  <a:lnTo>
                    <a:pt x="670" y="1053"/>
                  </a:lnTo>
                  <a:lnTo>
                    <a:pt x="665" y="1079"/>
                  </a:lnTo>
                  <a:lnTo>
                    <a:pt x="662" y="1103"/>
                  </a:lnTo>
                  <a:lnTo>
                    <a:pt x="661" y="1128"/>
                  </a:lnTo>
                  <a:lnTo>
                    <a:pt x="660" y="1154"/>
                  </a:lnTo>
                  <a:lnTo>
                    <a:pt x="660" y="4536"/>
                  </a:lnTo>
                  <a:lnTo>
                    <a:pt x="653" y="4536"/>
                  </a:lnTo>
                  <a:lnTo>
                    <a:pt x="653" y="7954"/>
                  </a:lnTo>
                  <a:lnTo>
                    <a:pt x="0" y="7954"/>
                  </a:lnTo>
                  <a:lnTo>
                    <a:pt x="0" y="4536"/>
                  </a:lnTo>
                  <a:lnTo>
                    <a:pt x="0" y="2144"/>
                  </a:lnTo>
                  <a:lnTo>
                    <a:pt x="0" y="1154"/>
                  </a:lnTo>
                  <a:lnTo>
                    <a:pt x="0" y="1154"/>
                  </a:lnTo>
                  <a:lnTo>
                    <a:pt x="1" y="1124"/>
                  </a:lnTo>
                  <a:lnTo>
                    <a:pt x="2" y="1094"/>
                  </a:lnTo>
                  <a:lnTo>
                    <a:pt x="3" y="1064"/>
                  </a:lnTo>
                  <a:lnTo>
                    <a:pt x="6" y="1036"/>
                  </a:lnTo>
                  <a:lnTo>
                    <a:pt x="10" y="1007"/>
                  </a:lnTo>
                  <a:lnTo>
                    <a:pt x="13" y="978"/>
                  </a:lnTo>
                  <a:lnTo>
                    <a:pt x="18" y="950"/>
                  </a:lnTo>
                  <a:lnTo>
                    <a:pt x="24" y="921"/>
                  </a:lnTo>
                  <a:lnTo>
                    <a:pt x="29" y="893"/>
                  </a:lnTo>
                  <a:lnTo>
                    <a:pt x="36" y="865"/>
                  </a:lnTo>
                  <a:lnTo>
                    <a:pt x="44" y="837"/>
                  </a:lnTo>
                  <a:lnTo>
                    <a:pt x="52" y="811"/>
                  </a:lnTo>
                  <a:lnTo>
                    <a:pt x="60" y="783"/>
                  </a:lnTo>
                  <a:lnTo>
                    <a:pt x="70" y="757"/>
                  </a:lnTo>
                  <a:lnTo>
                    <a:pt x="80" y="730"/>
                  </a:lnTo>
                  <a:lnTo>
                    <a:pt x="91" y="705"/>
                  </a:lnTo>
                  <a:lnTo>
                    <a:pt x="102" y="679"/>
                  </a:lnTo>
                  <a:lnTo>
                    <a:pt x="114" y="653"/>
                  </a:lnTo>
                  <a:lnTo>
                    <a:pt x="126" y="628"/>
                  </a:lnTo>
                  <a:lnTo>
                    <a:pt x="140" y="604"/>
                  </a:lnTo>
                  <a:lnTo>
                    <a:pt x="153" y="579"/>
                  </a:lnTo>
                  <a:lnTo>
                    <a:pt x="167" y="555"/>
                  </a:lnTo>
                  <a:lnTo>
                    <a:pt x="182" y="532"/>
                  </a:lnTo>
                  <a:lnTo>
                    <a:pt x="197" y="509"/>
                  </a:lnTo>
                  <a:lnTo>
                    <a:pt x="214" y="486"/>
                  </a:lnTo>
                  <a:lnTo>
                    <a:pt x="229" y="464"/>
                  </a:lnTo>
                  <a:lnTo>
                    <a:pt x="247" y="442"/>
                  </a:lnTo>
                  <a:lnTo>
                    <a:pt x="264" y="420"/>
                  </a:lnTo>
                  <a:lnTo>
                    <a:pt x="299" y="378"/>
                  </a:lnTo>
                  <a:lnTo>
                    <a:pt x="338" y="338"/>
                  </a:lnTo>
                  <a:lnTo>
                    <a:pt x="379" y="299"/>
                  </a:lnTo>
                  <a:lnTo>
                    <a:pt x="421" y="263"/>
                  </a:lnTo>
                  <a:lnTo>
                    <a:pt x="442" y="245"/>
                  </a:lnTo>
                  <a:lnTo>
                    <a:pt x="464" y="229"/>
                  </a:lnTo>
                  <a:lnTo>
                    <a:pt x="486" y="212"/>
                  </a:lnTo>
                  <a:lnTo>
                    <a:pt x="509" y="197"/>
                  </a:lnTo>
                  <a:lnTo>
                    <a:pt x="532" y="182"/>
                  </a:lnTo>
                  <a:lnTo>
                    <a:pt x="556" y="167"/>
                  </a:lnTo>
                  <a:lnTo>
                    <a:pt x="579" y="153"/>
                  </a:lnTo>
                  <a:lnTo>
                    <a:pt x="605" y="139"/>
                  </a:lnTo>
                  <a:lnTo>
                    <a:pt x="629" y="125"/>
                  </a:lnTo>
                  <a:lnTo>
                    <a:pt x="654" y="113"/>
                  </a:lnTo>
                  <a:lnTo>
                    <a:pt x="680" y="101"/>
                  </a:lnTo>
                  <a:lnTo>
                    <a:pt x="705" y="90"/>
                  </a:lnTo>
                  <a:lnTo>
                    <a:pt x="731" y="80"/>
                  </a:lnTo>
                  <a:lnTo>
                    <a:pt x="758" y="69"/>
                  </a:lnTo>
                  <a:lnTo>
                    <a:pt x="784" y="60"/>
                  </a:lnTo>
                  <a:lnTo>
                    <a:pt x="811" y="52"/>
                  </a:lnTo>
                  <a:lnTo>
                    <a:pt x="838" y="44"/>
                  </a:lnTo>
                  <a:lnTo>
                    <a:pt x="866" y="36"/>
                  </a:lnTo>
                  <a:lnTo>
                    <a:pt x="893" y="29"/>
                  </a:lnTo>
                  <a:lnTo>
                    <a:pt x="922" y="23"/>
                  </a:lnTo>
                  <a:lnTo>
                    <a:pt x="950" y="17"/>
                  </a:lnTo>
                  <a:lnTo>
                    <a:pt x="978" y="13"/>
                  </a:lnTo>
                  <a:lnTo>
                    <a:pt x="1007" y="9"/>
                  </a:lnTo>
                  <a:lnTo>
                    <a:pt x="1036" y="5"/>
                  </a:lnTo>
                  <a:lnTo>
                    <a:pt x="1065" y="3"/>
                  </a:lnTo>
                  <a:lnTo>
                    <a:pt x="1095" y="1"/>
                  </a:lnTo>
                  <a:lnTo>
                    <a:pt x="1124" y="0"/>
                  </a:lnTo>
                  <a:lnTo>
                    <a:pt x="1154" y="0"/>
                  </a:lnTo>
                  <a:lnTo>
                    <a:pt x="8574" y="0"/>
                  </a:lnTo>
                  <a:lnTo>
                    <a:pt x="92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074" name="Picture 2" descr="Visual Studio Code Logo PNG Transparent &amp; SVG Vector - Freebie Supply">
            <a:extLst>
              <a:ext uri="{FF2B5EF4-FFF2-40B4-BE49-F238E27FC236}">
                <a16:creationId xmlns:a16="http://schemas.microsoft.com/office/drawing/2014/main" id="{C510A3C7-79C4-2198-6458-406897895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2357" y="1796539"/>
            <a:ext cx="878933" cy="883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674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B74B-0116-079E-3D11-4E4C8FE0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9335E72-F10F-9FF6-FB3F-9E6597AA40DA}"/>
              </a:ext>
            </a:extLst>
          </p:cNvPr>
          <p:cNvSpPr/>
          <p:nvPr/>
        </p:nvSpPr>
        <p:spPr>
          <a:xfrm>
            <a:off x="742950" y="480864"/>
            <a:ext cx="10477500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7160" rIns="0" bIns="137160" rtlCol="0" anchor="ctr"/>
          <a:lstStyle/>
          <a:p>
            <a:r>
              <a:rPr lang="en-US" sz="3200">
                <a:solidFill>
                  <a:schemeClr val="tx1"/>
                </a:solidFill>
                <a:latin typeface="IntelOne Text Medium" panose="020B0703020203020204" pitchFamily="34" charset="0"/>
              </a:rPr>
              <a:t>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3C636-93B6-7C47-69E1-B1CF63638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44" y="1339850"/>
            <a:ext cx="4583247" cy="47665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CEE87-5DA8-1D55-7D3D-7D56AD172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908" y="1339850"/>
            <a:ext cx="6246643" cy="47665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954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1190A-519E-804F-68BF-B790F8470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1C4B79-B16E-6E70-C6C0-EC43963D715B}"/>
              </a:ext>
            </a:extLst>
          </p:cNvPr>
          <p:cNvSpPr/>
          <p:nvPr/>
        </p:nvSpPr>
        <p:spPr>
          <a:xfrm>
            <a:off x="742950" y="480864"/>
            <a:ext cx="10477500" cy="640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37160" rIns="0" bIns="137160" rtlCol="0" anchor="ctr"/>
          <a:lstStyle/>
          <a:p>
            <a:r>
              <a:rPr lang="en-US" sz="3200">
                <a:solidFill>
                  <a:schemeClr val="tx1"/>
                </a:solidFill>
                <a:latin typeface="IntelOne Text Medium" panose="020B0703020203020204" pitchFamily="34" charset="0"/>
              </a:rPr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0BB9E-921A-DC34-594A-8004838EB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50" y="1120944"/>
            <a:ext cx="7251700" cy="16833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C55190-B9F8-100A-94D6-C5E6CB057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885" y="3163146"/>
            <a:ext cx="5651915" cy="29858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4001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EFD0-C5A6-491C-6889-5796434E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75BB-A5F8-56CD-BFED-043BF2DE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087" y="2540000"/>
            <a:ext cx="11299826" cy="1582737"/>
          </a:xfrm>
        </p:spPr>
        <p:txBody>
          <a:bodyPr>
            <a:normAutofit fontScale="90000"/>
          </a:bodyPr>
          <a:lstStyle/>
          <a:p>
            <a:r>
              <a:rPr lang="en-US" sz="6700" b="1"/>
              <a:t>Q&amp;A</a:t>
            </a:r>
            <a:endParaRPr lang="en-US" sz="2400">
              <a:solidFill>
                <a:schemeClr val="accent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0872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058C-FC70-4F23-D4CC-AD24AF66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943B-CC1E-2B85-0425-F4E7CABC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4" y="1590067"/>
            <a:ext cx="10915652" cy="1362075"/>
          </a:xfrm>
        </p:spPr>
        <p:txBody>
          <a:bodyPr>
            <a:normAutofit fontScale="90000"/>
          </a:bodyPr>
          <a:lstStyle/>
          <a:p>
            <a:r>
              <a:rPr lang="en-US"/>
              <a:t>Hackathon 2026</a:t>
            </a:r>
            <a:br>
              <a:rPr lang="en-US"/>
            </a:br>
            <a:r>
              <a:rPr lang="en-US" sz="2400" err="1">
                <a:solidFill>
                  <a:schemeClr val="accent2"/>
                </a:solidFill>
                <a:latin typeface="+mn-lt"/>
              </a:rPr>
              <a:t>CodeGuard</a:t>
            </a:r>
            <a:r>
              <a:rPr lang="en-US" sz="2400">
                <a:solidFill>
                  <a:schemeClr val="accent2"/>
                </a:solidFill>
                <a:latin typeface="+mn-lt"/>
              </a:rPr>
              <a:t>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EF27CD-6D42-6CB6-34E3-7D075FD7027B}"/>
              </a:ext>
            </a:extLst>
          </p:cNvPr>
          <p:cNvSpPr txBox="1"/>
          <p:nvPr/>
        </p:nvSpPr>
        <p:spPr>
          <a:xfrm>
            <a:off x="904875" y="3670300"/>
            <a:ext cx="10382250" cy="2313967"/>
          </a:xfrm>
          <a:prstGeom prst="rect">
            <a:avLst/>
          </a:prstGeom>
          <a:noFill/>
        </p:spPr>
        <p:txBody>
          <a:bodyPr wrap="square" lIns="137160" tIns="137160" rIns="137160" bIns="13716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/>
              <a:t>Aguilar Obando, Alvaro</a:t>
            </a:r>
          </a:p>
          <a:p>
            <a:pPr algn="ctr">
              <a:lnSpc>
                <a:spcPct val="150000"/>
              </a:lnSpc>
            </a:pPr>
            <a:r>
              <a:rPr lang="en-US"/>
              <a:t>Blandon, Enjells J</a:t>
            </a:r>
          </a:p>
          <a:p>
            <a:pPr algn="ctr">
              <a:lnSpc>
                <a:spcPct val="150000"/>
              </a:lnSpc>
            </a:pPr>
            <a:r>
              <a:rPr lang="en-US"/>
              <a:t>Orellana Pineda, Cesar</a:t>
            </a:r>
          </a:p>
          <a:p>
            <a:pPr algn="ctr">
              <a:lnSpc>
                <a:spcPct val="150000"/>
              </a:lnSpc>
            </a:pPr>
            <a:r>
              <a:rPr lang="en-US"/>
              <a:t>Oviedo, Nelson</a:t>
            </a:r>
          </a:p>
          <a:p>
            <a:pPr algn="ctr">
              <a:lnSpc>
                <a:spcPct val="150000"/>
              </a:lnSpc>
            </a:pPr>
            <a:r>
              <a:rPr lang="en-US"/>
              <a:t>Vargas Aguero, Esteban</a:t>
            </a:r>
          </a:p>
        </p:txBody>
      </p:sp>
    </p:spTree>
    <p:extLst>
      <p:ext uri="{BB962C8B-B14F-4D97-AF65-F5344CB8AC3E}">
        <p14:creationId xmlns:p14="http://schemas.microsoft.com/office/powerpoint/2010/main" val="2195310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Intel Focal Spark Dark">
  <a:themeElements>
    <a:clrScheme name="Custom 8">
      <a:dk1>
        <a:srgbClr val="000000"/>
      </a:dk1>
      <a:lt1>
        <a:srgbClr val="FFFFFF"/>
      </a:lt1>
      <a:dk2>
        <a:srgbClr val="030F26"/>
      </a:dk2>
      <a:lt2>
        <a:srgbClr val="FFFFFF"/>
      </a:lt2>
      <a:accent1>
        <a:srgbClr val="0046C8"/>
      </a:accent1>
      <a:accent2>
        <a:srgbClr val="00C7FD"/>
      </a:accent2>
      <a:accent3>
        <a:srgbClr val="FFE500"/>
      </a:accent3>
      <a:accent4>
        <a:srgbClr val="FE8022"/>
      </a:accent4>
      <a:accent5>
        <a:srgbClr val="A923F1"/>
      </a:accent5>
      <a:accent6>
        <a:srgbClr val="9FD541"/>
      </a:accent6>
      <a:hlink>
        <a:srgbClr val="00C7FD"/>
      </a:hlink>
      <a:folHlink>
        <a:srgbClr val="0046C8"/>
      </a:folHlink>
    </a:clrScheme>
    <a:fontScheme name="Intel">
      <a:majorFont>
        <a:latin typeface="IntelOne Display Light"/>
        <a:ea typeface="Helvetica Neue"/>
        <a:cs typeface="Helvetica Neue"/>
      </a:majorFont>
      <a:minorFont>
        <a:latin typeface="IntelOne Tex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137160" tIns="137160" rIns="137160" bIns="137160"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37160" tIns="137160" rIns="137160" bIns="137160" rtlCol="0">
        <a:sp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</a:txDef>
  </a:objectDefaults>
  <a:extraClrSchemeLst/>
  <a:custClrLst>
    <a:custClr name="Classic Tint 2">
      <a:srgbClr val="6CC4F5"/>
    </a:custClr>
    <a:custClr name="Energy Tint 2">
      <a:srgbClr val="A0EBFF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Electric Cobalt">
      <a:srgbClr val="1E1EFF"/>
    </a:custClr>
    <a:custClr name="Electric Coral">
      <a:srgbClr val="FE5A80"/>
    </a:custClr>
    <a:custClr name="Electric Aqua">
      <a:srgbClr val="16CFB1"/>
    </a:custClr>
    <a:custClr name="Electric Cosmos">
      <a:srgbClr val="7000FF"/>
    </a:custClr>
    <a:custClr name="Classic Tint 1">
      <a:srgbClr val="0099EC"/>
    </a:custClr>
    <a:custClr name="Energy Tint 1">
      <a:srgbClr val="6DDCFF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Daisy Tint 1">
      <a:srgbClr val="FFE17A"/>
    </a:custClr>
    <a:custClr name="Coral Tint 2">
      <a:srgbClr val="FFB6B9"/>
    </a:custClr>
    <a:custClr name="Aqua Tint 2">
      <a:srgbClr val="A2F6E8"/>
    </a:custClr>
    <a:custClr name="Cosmos Tint 2">
      <a:srgbClr val="AF98FF"/>
    </a:custClr>
    <a:custClr name="Classic">
      <a:srgbClr val="0054AE"/>
    </a:custClr>
    <a:custClr name="Energy">
      <a:srgbClr val="00C7F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Daisy">
      <a:srgbClr val="FEC91B"/>
    </a:custClr>
    <a:custClr name="Coral Tint 1">
      <a:srgbClr val="FF848A"/>
    </a:custClr>
    <a:custClr name="Aqua Tint 1">
      <a:srgbClr val="5BE3CD"/>
    </a:custClr>
    <a:custClr name="Cosmos Tint 1">
      <a:srgbClr val="8B50FF"/>
    </a:custClr>
    <a:custClr name="Classic Shade 1">
      <a:srgbClr val="00377C"/>
    </a:custClr>
    <a:custClr name="Energy Shade 1">
      <a:srgbClr val="15BCEF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Daisy Shade 1">
      <a:srgbClr val="EDB200"/>
    </a:custClr>
    <a:custClr name="Coral">
      <a:srgbClr val="FF5662"/>
    </a:custClr>
    <a:custClr name="Aqua Shade 1">
      <a:srgbClr val="0F9B8F"/>
    </a:custClr>
    <a:custClr name="Cosmos Shade 1">
      <a:srgbClr val="5400C0"/>
    </a:custClr>
    <a:custClr name="Classic Shade 2">
      <a:srgbClr val="001E50"/>
    </a:custClr>
    <a:custClr name="Energy Shade 2">
      <a:srgbClr val="0095CA"/>
    </a:custClr>
    <a:custClr name="Energy Shade 3">
      <a:srgbClr val="005B85"/>
    </a:custClr>
    <a:custClr name="Moss Shade 2">
      <a:srgbClr val="515A3D"/>
    </a:custClr>
    <a:custClr name="Cobalt Shade 3">
      <a:srgbClr val="040E35"/>
    </a:custClr>
    <a:custClr name="Cobalt Shade 2">
      <a:srgbClr val="000864"/>
    </a:custClr>
    <a:custClr name="Daisy Shade 2">
      <a:srgbClr val="C98F00"/>
    </a:custClr>
    <a:custClr name="Coral Shade 1">
      <a:srgbClr val="C81326"/>
    </a:custClr>
    <a:custClr name="Aqua Shade 2">
      <a:srgbClr val="08746E"/>
    </a:custClr>
    <a:custClr name="Cosmos Shade 2">
      <a:srgbClr val="38007F"/>
    </a:custClr>
  </a:custClrLst>
  <a:extLst>
    <a:ext uri="{05A4C25C-085E-4340-85A3-A5531E510DB2}">
      <thm15:themeFamily xmlns:thm15="http://schemas.microsoft.com/office/thememl/2012/main" name="brand focal spark template dark FINAL.pptx" id="{2C0DBC88-2EF9-4BA2-A5A8-37A916BC313A}" vid="{E13DFEAF-E6D5-4CF7-AEB8-57448D706A86}"/>
    </a:ext>
  </a:extLst>
</a:theme>
</file>

<file path=ppt/theme/theme2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ntel2020">
      <a:dk1>
        <a:srgbClr val="525252"/>
      </a:dk1>
      <a:lt1>
        <a:srgbClr val="FFFFFF"/>
      </a:lt1>
      <a:dk2>
        <a:srgbClr val="004A86"/>
      </a:dk2>
      <a:lt2>
        <a:srgbClr val="FFFFFF"/>
      </a:lt2>
      <a:accent1>
        <a:srgbClr val="0068B5"/>
      </a:accent1>
      <a:accent2>
        <a:srgbClr val="00C7FD"/>
      </a:accent2>
      <a:accent3>
        <a:srgbClr val="FEC91B"/>
      </a:accent3>
      <a:accent4>
        <a:srgbClr val="E96115"/>
      </a:accent4>
      <a:accent5>
        <a:srgbClr val="8F5DA2"/>
      </a:accent5>
      <a:accent6>
        <a:srgbClr val="8BAE46"/>
      </a:accent6>
      <a:hlink>
        <a:srgbClr val="00C7FD"/>
      </a:hlink>
      <a:folHlink>
        <a:srgbClr val="0068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C5967B1E29274CA6A143F9D247F5D2" ma:contentTypeVersion="8" ma:contentTypeDescription="Create a new document." ma:contentTypeScope="" ma:versionID="185d67b313ead5f4f1011e7a9c32d774">
  <xsd:schema xmlns:xsd="http://www.w3.org/2001/XMLSchema" xmlns:xs="http://www.w3.org/2001/XMLSchema" xmlns:p="http://schemas.microsoft.com/office/2006/metadata/properties" xmlns:ns2="9d0ad4f0-f6c6-4618-80e3-c8c887f74e95" targetNamespace="http://schemas.microsoft.com/office/2006/metadata/properties" ma:root="true" ma:fieldsID="800355c0bc707dcd0185d1e6e6cf06c6" ns2:_="">
    <xsd:import namespace="9d0ad4f0-f6c6-4618-80e3-c8c887f74e9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ad4f0-f6c6-4618-80e3-c8c887f74e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618323-2C1A-41E7-84EE-172D6F4AB35F}">
  <ds:schemaRefs>
    <ds:schemaRef ds:uri="9d0ad4f0-f6c6-4618-80e3-c8c887f74e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B87B9AE-D33C-468F-9E6B-281C9FE82DF0}">
  <ds:schemaRefs>
    <ds:schemaRef ds:uri="b5d36eb9-6d3d-4cec-9e8c-139fd2c30991"/>
    <ds:schemaRef ds:uri="dc016a8d-7ad2-4c47-bf29-a89efdf269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2C3A3C-576F-4FC6-816E-4EF5F321DBE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Intel Brand Focal Spark Dark</Template>
  <Application>Microsoft Office PowerPoint</Application>
  <PresentationFormat>Widescreen</PresentationFormat>
  <Slides>9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Intel Focal Spark Dark</vt:lpstr>
      <vt:lpstr>Hackathon 2026 CodeGuard AI</vt:lpstr>
      <vt:lpstr>Test cases problems</vt:lpstr>
      <vt:lpstr>Git-Aware AI Test Generation</vt:lpstr>
      <vt:lpstr>PowerPoint Presentation</vt:lpstr>
      <vt:lpstr>PowerPoint Presentation</vt:lpstr>
      <vt:lpstr>PowerPoint Presentation</vt:lpstr>
      <vt:lpstr>PowerPoint Presentation</vt:lpstr>
      <vt:lpstr>Q&amp;A</vt:lpstr>
      <vt:lpstr>Hackathon 2026 CodeGuard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Vargas Aguero, Esteban</dc:creator>
  <cp:revision>1</cp:revision>
  <dcterms:created xsi:type="dcterms:W3CDTF">2026-05-28T20:51:20Z</dcterms:created>
  <dcterms:modified xsi:type="dcterms:W3CDTF">2026-05-29T17:05:50Z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0x01010079C5967B1E29274CA6A143F9D247F5D2</vt:lpwstr>
  </property>
  <property fmtid="{D5CDD505-2E9C-101B-9397-08002B2CF9AE}" pid="3" name="MediaServiceImageTags">
    <vt:lpwstr/>
  </property>
</Properties>
</file>